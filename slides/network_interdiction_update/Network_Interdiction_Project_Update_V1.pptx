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5"/>
  </p:notesMasterIdLst>
  <p:sldIdLst>
    <p:sldId id="256" r:id="rId2"/>
    <p:sldId id="257" r:id="rId3"/>
    <p:sldId id="258" r:id="rId4"/>
  </p:sldIdLst>
  <p:sldSz cx="12192000" cy="6858000"/>
  <p:notesSz cx="6858000" cy="9144000"/>
  <p:embeddedFontLst>
    <p:embeddedFont>
      <p:font typeface="Roboto" panose="02000000000000000000" pitchFamily="2" charset="0"/>
      <p:regular r:id="rId6"/>
      <p:bold r:id="rId7"/>
      <p:italic r:id="rId8"/>
      <p:boldItalic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30">
          <p15:clr>
            <a:srgbClr val="A4A3A4"/>
          </p15:clr>
        </p15:guide>
        <p15:guide id="2" pos="3840">
          <p15:clr>
            <a:srgbClr val="A4A3A4"/>
          </p15:clr>
        </p15:guide>
        <p15:guide id="3" pos="7448">
          <p15:clr>
            <a:srgbClr val="A4A3A4"/>
          </p15:clr>
        </p15:guide>
        <p15:guide id="4" orient="horz" pos="403">
          <p15:clr>
            <a:srgbClr val="A4A3A4"/>
          </p15:clr>
        </p15:guide>
        <p15:guide id="5" orient="horz" pos="1083">
          <p15:clr>
            <a:srgbClr val="A4A3A4"/>
          </p15:clr>
        </p15:guide>
        <p15:guide id="6" orient="horz" pos="3629">
          <p15:clr>
            <a:srgbClr val="A4A3A4"/>
          </p15:clr>
        </p15:guide>
        <p15:guide id="7" orient="horz" pos="400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E5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EC1A2B3-4C6D-4E8F-9A0B-1C2D3E4F5A6B}">
  <a:tblStyle styleId="{5EC1A2B3-4C6D-4E8F-9A0B-1C2D3E4F5A6B}" styleName="SECQUOIA">
    <a:wholeTbl>
      <a:tcTxStyle b="off" i="off">
        <a:fontRef idx="minor">
          <a:scrgbClr r="0" g="0" b="0"/>
        </a:fontRef>
        <a:schemeClr val="dk1"/>
      </a:tcTxStyle>
      <a:tcStyle>
        <a:tcBdr>
          <a:left>
            <a:ln>
              <a:noFill/>
            </a:ln>
          </a:left>
          <a:right>
            <a:ln>
              <a:noFill/>
            </a:ln>
          </a:right>
          <a:top>
            <a:ln w="6350" cap="flat" cmpd="sng" algn="ctr">
              <a:solidFill>
                <a:schemeClr val="lt2">
                  <a:shade val="82000"/>
                </a:schemeClr>
              </a:solidFill>
              <a:prstDash val="solid"/>
            </a:ln>
          </a:top>
          <a:bottom>
            <a:ln w="6350" cap="flat" cmpd="sng" algn="ctr">
              <a:solidFill>
                <a:schemeClr val="lt2">
                  <a:shade val="82000"/>
                </a:schemeClr>
              </a:solidFill>
              <a:prstDash val="solid"/>
            </a:ln>
          </a:bottom>
          <a:insideH>
            <a:ln w="6350" cap="flat" cmpd="sng" algn="ctr">
              <a:solidFill>
                <a:schemeClr val="lt2">
                  <a:shade val="82000"/>
                </a:schemeClr>
              </a:solidFill>
              <a:prstDash val="solid"/>
            </a:ln>
          </a:insideH>
          <a:insideV>
            <a:ln>
              <a:noFill/>
            </a:ln>
          </a:insideV>
        </a:tcBdr>
        <a:fill>
          <a:noFill/>
        </a:fill>
      </a:tcStyle>
    </a:wholeTbl>
    <a:band1H>
      <a:tcStyle>
        <a:tcBdr/>
        <a:fill>
          <a:solidFill>
            <a:schemeClr val="lt2"/>
          </a:solidFill>
        </a:fill>
      </a:tcStyle>
    </a:band1H>
    <a:band2H>
      <a:tcStyle>
        <a:tcBdr/>
        <a:fill>
          <a:noFill/>
        </a:fill>
      </a:tcStyle>
    </a:band2H>
    <a:firstCol>
      <a:tcTxStyle b="on" i="off">
        <a:fontRef idx="minor">
          <a:scrgbClr r="0" g="0" b="0"/>
        </a:fontRef>
        <a:schemeClr val="dk1"/>
      </a:tcTxStyle>
      <a:tcStyle>
        <a:tcBdr/>
        <a:fill>
          <a:noFill/>
        </a:fill>
      </a:tcStyle>
    </a:firstCol>
    <a:lastRow>
      <a:tcTxStyle b="on" i="off">
        <a:fontRef idx="minor">
          <a:scrgbClr r="0" g="0" b="0"/>
        </a:fontRef>
        <a:schemeClr val="dk1"/>
      </a:tcTxStyle>
      <a:tcStyle>
        <a:tcBdr>
          <a:top>
            <a:ln w="19050" cap="flat" cmpd="sng" algn="ctr">
              <a:solidFill>
                <a:schemeClr val="dk1"/>
              </a:solidFill>
              <a:prstDash val="solid"/>
            </a:ln>
          </a:top>
        </a:tcBdr>
        <a:fill>
          <a:noFill/>
        </a:fill>
      </a:tcStyle>
    </a:lastRow>
    <a:firstRow>
      <a:tcTxStyle b="on" i="off">
        <a:fontRef idx="minor">
          <a:scrgbClr r="0" g="0" b="0"/>
        </a:fontRef>
        <a:schemeClr val="lt1"/>
      </a:tcTxStyle>
      <a:tcStyle>
        <a:tcBdr>
          <a:bottom>
            <a:ln w="25400" cap="flat" cmpd="sng" algn="ctr">
              <a:solidFill>
                <a:schemeClr val="dk2"/>
              </a:solidFill>
              <a:prstDash val="solid"/>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78" d="100"/>
          <a:sy n="78" d="100"/>
        </p:scale>
        <p:origin x="830" y="62"/>
      </p:cViewPr>
      <p:guideLst>
        <p:guide pos="230"/>
        <p:guide pos="3840"/>
        <p:guide pos="7448"/>
        <p:guide orient="horz" pos="403"/>
        <p:guide orient="horz" pos="1083"/>
        <p:guide orient="horz" pos="3629"/>
        <p:guide orient="horz" pos="400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viewProps" Target="viewProps.xml"/><Relationship Id="rId5" Type="http://schemas.openxmlformats.org/officeDocument/2006/relationships/notesMaster" Target="notesMasters/notesMaster1.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476EE-9138-4985-8B4F-A9C1CFC5B926}"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D66320-C7CA-44AB-9CA1-1697F96BD00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23" name="Imagen 22" descr="Purdue campus, Engineering Fountain and the Bell Tower"/>
          <p:cNvPicPr>
            <a:picLocks noChangeAspect="1"/>
          </p:cNvPicPr>
          <p:nvPr userDrawn="1"/>
        </p:nvPicPr>
        <p:blipFill rotWithShape="1">
          <a:blip r:embed="rId2"/>
          <a:srcRect l="6250" b="23453"/>
          <a:stretch/>
        </p:blipFill>
        <p:spPr>
          <a:xfrm>
            <a:off x="307649" y="1397894"/>
            <a:ext cx="11477001" cy="5271219"/>
          </a:xfrm>
          <a:prstGeom prst="rect">
            <a:avLst/>
          </a:prstGeom>
        </p:spPr>
      </p:pic>
      <p:sp>
        <p:nvSpPr>
          <p:cNvPr id="24" name="Rectángulo 23"/>
          <p:cNvSpPr/>
          <p:nvPr userDrawn="1"/>
        </p:nvSpPr>
        <p:spPr>
          <a:xfrm>
            <a:off x="307649" y="290558"/>
            <a:ext cx="11477001" cy="6401486"/>
          </a:xfrm>
          <a:prstGeom prst="rect">
            <a:avLst/>
          </a:prstGeom>
          <a:noFill/>
          <a:ln w="57150">
            <a:solidFill>
              <a:schemeClr val="tx2"/>
            </a:solidFill>
          </a:ln>
        </p:spPr>
        <p:style>
          <a:lnRef idx="3">
            <a:schemeClr val="lt1"/>
          </a:lnRef>
          <a:fillRef idx="1">
            <a:schemeClr val="tx2"/>
          </a:fillRef>
          <a:effectRef idx="1">
            <a:schemeClr val="tx2"/>
          </a:effectRef>
          <a:fontRef idx="minor">
            <a:schemeClr val="lt1"/>
          </a:fontRef>
        </p:style>
        <p:txBody>
          <a:bodyPr rtlCol="0" anchor="ctr"/>
          <a:lstStyle/>
          <a:p>
            <a:pPr algn="ctr"/>
            <a:endParaRPr lang="en-US"/>
          </a:p>
        </p:txBody>
      </p:sp>
      <p:sp>
        <p:nvSpPr>
          <p:cNvPr id="8" name="Rectángulo 7"/>
          <p:cNvSpPr/>
          <p:nvPr userDrawn="1"/>
        </p:nvSpPr>
        <p:spPr>
          <a:xfrm>
            <a:off x="1609457" y="764236"/>
            <a:ext cx="8973084" cy="3666371"/>
          </a:xfrm>
          <a:prstGeom prst="rect">
            <a:avLst/>
          </a:prstGeom>
        </p:spPr>
        <p:style>
          <a:lnRef idx="2">
            <a:schemeClr val="tx1">
              <a:shade val="15000"/>
            </a:schemeClr>
          </a:lnRef>
          <a:fillRef idx="1">
            <a:schemeClr val="tx1"/>
          </a:fillRef>
          <a:effectRef idx="0">
            <a:schemeClr val="tx1"/>
          </a:effectRef>
          <a:fontRef idx="minor">
            <a:schemeClr val="lt1"/>
          </a:fontRef>
        </p:style>
        <p:txBody>
          <a:bodyPr rtlCol="0" anchor="ctr"/>
          <a:lstStyle/>
          <a:p>
            <a:pPr algn="ctr"/>
            <a:endParaRPr lang="en-US"/>
          </a:p>
        </p:txBody>
      </p:sp>
      <p:pic>
        <p:nvPicPr>
          <p:cNvPr id="19" name="Imagen 18" descr="SECQUOIA research group wordmark"/>
          <p:cNvPicPr>
            <a:picLocks noChangeAspect="1"/>
          </p:cNvPicPr>
          <p:nvPr userDrawn="1"/>
        </p:nvPicPr>
        <p:blipFill>
          <a:blip r:embed="rId3"/>
          <a:stretch>
            <a:fillRect/>
          </a:stretch>
        </p:blipFill>
        <p:spPr>
          <a:xfrm>
            <a:off x="1394722" y="6224111"/>
            <a:ext cx="1574802" cy="245611"/>
          </a:xfrm>
          <a:prstGeom prst="rect">
            <a:avLst/>
          </a:prstGeom>
        </p:spPr>
      </p:pic>
      <p:sp>
        <p:nvSpPr>
          <p:cNvPr id="3" name="Title"/>
          <p:cNvSpPr>
            <a:spLocks noGrp="1"/>
          </p:cNvSpPr>
          <p:nvPr>
            <p:ph type="ctrTitle" hasCustomPrompt="1"/>
          </p:nvPr>
        </p:nvSpPr>
        <p:spPr>
          <a:xfrm>
            <a:off x="1984248" y="658368"/>
            <a:ext cx="8595360" cy="1554480"/>
          </a:xfrm>
        </p:spPr>
        <p:txBody>
          <a:bodyPr anchor="ctr">
            <a:normAutofit/>
          </a:bodyPr>
          <a:lstStyle>
            <a:lvl1pPr marL="0" indent="0" algn="ctr">
              <a:buNone/>
              <a:defRPr sz="3200" b="1">
                <a:solidFill>
                  <a:schemeClr val="bg1"/>
                </a:solidFill>
                <a:latin typeface="+mj-lt" panose="02000000000000000000" pitchFamily="2" charset="0"/>
                <a:ea typeface="+mj-lt" panose="02000000000000000000" pitchFamily="2" charset="0"/>
                <a:cs typeface="+mj-lt" panose="02000000000000000000" pitchFamily="2" charset="0"/>
              </a:defRPr>
            </a:lvl1pPr>
            <a:lvl2pPr marL="457200" indent="0" algn="ctr">
              <a:buNone/>
              <a:defRPr sz="3200" b="1"/>
            </a:lvl2pPr>
            <a:lvl3pPr marL="914400" indent="0" algn="ctr">
              <a:buNone/>
              <a:defRPr sz="3200" b="1"/>
            </a:lvl3pPr>
            <a:lvl4pPr marL="1371600" indent="0" algn="ctr">
              <a:buNone/>
              <a:defRPr sz="3200" b="1"/>
            </a:lvl4pPr>
            <a:lvl5pPr marL="1828800" indent="0" algn="ctr">
              <a:buNone/>
              <a:defRPr sz="3200" b="1"/>
            </a:lvl5pPr>
            <a:lvl6pPr marL="2286000" indent="0" algn="ctr">
              <a:buNone/>
              <a:defRPr sz="3200" b="1"/>
            </a:lvl6pPr>
            <a:lvl7pPr marL="2743200" indent="0" algn="ctr">
              <a:buNone/>
              <a:defRPr sz="3200" b="1"/>
            </a:lvl7pPr>
            <a:lvl8pPr marL="3200400" indent="0" algn="ctr">
              <a:buNone/>
              <a:defRPr sz="3200" b="1"/>
            </a:lvl8pPr>
            <a:lvl9pPr marL="3657600" indent="0" algn="ctr">
              <a:buNone/>
              <a:defRPr sz="3200" b="1"/>
            </a:lvl9pPr>
          </a:lstStyle>
          <a:p>
            <a:r>
              <a:rPr lang="en-US" dirty="0"/>
              <a:t>Talk title</a:t>
            </a:r>
            <a:endParaRPr lang="en-US"/>
          </a:p>
        </p:txBody>
      </p:sp>
      <p:pic>
        <p:nvPicPr>
          <p:cNvPr id="22" name="Imagen 21" descr="QR code linking to the SECQUOIA research group website"/>
          <p:cNvPicPr>
            <a:picLocks noChangeAspect="1"/>
          </p:cNvPicPr>
          <p:nvPr userDrawn="1"/>
        </p:nvPicPr>
        <p:blipFill>
          <a:blip r:embed="rId4"/>
          <a:stretch>
            <a:fillRect/>
          </a:stretch>
        </p:blipFill>
        <p:spPr>
          <a:xfrm>
            <a:off x="9449871" y="3241809"/>
            <a:ext cx="1032971" cy="1006008"/>
          </a:xfrm>
          <a:prstGeom prst="rect">
            <a:avLst/>
          </a:prstGeom>
        </p:spPr>
      </p:pic>
      <p:grpSp>
        <p:nvGrpSpPr>
          <p:cNvPr id="14" name="Grupo 13"/>
          <p:cNvGrpSpPr/>
          <p:nvPr userDrawn="1"/>
        </p:nvGrpSpPr>
        <p:grpSpPr>
          <a:xfrm>
            <a:off x="4998591" y="155946"/>
            <a:ext cx="2194818" cy="498088"/>
            <a:chOff x="4664579" y="137845"/>
            <a:chExt cx="2862841" cy="649688"/>
          </a:xfrm>
        </p:grpSpPr>
        <p:sp>
          <p:nvSpPr>
            <p:cNvPr id="13" name="Rectángulo 12"/>
            <p:cNvSpPr/>
            <p:nvPr userDrawn="1"/>
          </p:nvSpPr>
          <p:spPr>
            <a:xfrm>
              <a:off x="4664579" y="137845"/>
              <a:ext cx="2862841" cy="649688"/>
            </a:xfrm>
            <a:prstGeom prst="rect">
              <a:avLst/>
            </a:prstGeom>
          </p:spPr>
          <p:style>
            <a:lnRef idx="3">
              <a:schemeClr val="lt1"/>
            </a:lnRef>
            <a:fillRef idx="1">
              <a:schemeClr val="bg1"/>
            </a:fillRef>
            <a:effectRef idx="1">
              <a:schemeClr val="bg1"/>
            </a:effectRef>
            <a:fontRef idx="minor">
              <a:schemeClr val="lt1"/>
            </a:fontRef>
          </p:style>
          <p:txBody>
            <a:bodyPr rtlCol="0" anchor="ctr"/>
            <a:lstStyle/>
            <a:p>
              <a:pPr algn="ctr"/>
              <a:endParaRPr lang="en-US"/>
            </a:p>
          </p:txBody>
        </p:sp>
        <p:pic>
          <p:nvPicPr>
            <p:cNvPr id="10" name="Imagen 9" descr="Purdue University logo"/>
            <p:cNvPicPr>
              <a:picLocks noChangeAspect="1"/>
            </p:cNvPicPr>
            <p:nvPr userDrawn="1"/>
          </p:nvPicPr>
          <p:blipFill>
            <a:blip r:embed="rId5"/>
            <a:stretch>
              <a:fillRect/>
            </a:stretch>
          </p:blipFill>
          <p:spPr>
            <a:xfrm>
              <a:off x="4791456" y="182880"/>
              <a:ext cx="2615184" cy="466344"/>
            </a:xfrm>
            <a:prstGeom prst="rect">
              <a:avLst/>
            </a:prstGeom>
          </p:spPr>
        </p:pic>
      </p:grpSp>
      <p:sp>
        <p:nvSpPr>
          <p:cNvPr id="5" name="Presenter Name"/>
          <p:cNvSpPr>
            <a:spLocks noGrp="1"/>
          </p:cNvSpPr>
          <p:nvPr>
            <p:ph type="body" sz="quarter" idx="10" hasCustomPrompt="1"/>
          </p:nvPr>
        </p:nvSpPr>
        <p:spPr>
          <a:xfrm>
            <a:off x="1984248" y="2231136"/>
            <a:ext cx="4709160" cy="411480"/>
          </a:xfrm>
        </p:spPr>
        <p:txBody>
          <a:bodyPr tIns="0" bIns="0">
            <a:normAutofit/>
          </a:bodyPr>
          <a:lstStyle>
            <a:lvl1pPr marL="0" indent="0" algn="l" defTabSz="914400" rtl="0" eaLnBrk="1" latinLnBrk="0" hangingPunct="1">
              <a:lnSpc>
                <a:spcPct val="90000"/>
              </a:lnSpc>
              <a:spcBef>
                <a:spcPts val="1000"/>
              </a:spcBef>
              <a:buFont typeface="Arial" panose="020B0604020202020204" pitchFamily="34" charset="0"/>
              <a:buNone/>
              <a:defRPr lang="en-US" sz="2000" i="0" kern="120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r>
              <a:rPr lang="en-US" dirty="0"/>
              <a:t>Your name</a:t>
            </a:r>
            <a:endParaRPr lang="en-US"/>
          </a:p>
        </p:txBody>
      </p:sp>
      <p:sp>
        <p:nvSpPr>
          <p:cNvPr id="6" name="Affiliation"/>
          <p:cNvSpPr>
            <a:spLocks noGrp="1"/>
          </p:cNvSpPr>
          <p:nvPr>
            <p:ph type="body" sz="quarter" idx="11" hasCustomPrompt="1"/>
          </p:nvPr>
        </p:nvSpPr>
        <p:spPr>
          <a:xfrm>
            <a:off x="1984248" y="2660904"/>
            <a:ext cx="4709160" cy="1673352"/>
          </a:xfr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lang="en-US" sz="1400" i="0" kern="120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r>
              <a:rPr lang="en-US" dirty="0"/>
              <a:t>Full formal appointment</a:t>
            </a:r>
            <a:endParaRPr lang="en-US"/>
          </a:p>
          <a:p>
            <a:r>
              <a:rPr lang="en-US" dirty="0"/>
              <a:t>School or department</a:t>
            </a:r>
            <a:endParaRPr lang="en-US"/>
          </a:p>
          <a:p>
            <a:r>
              <a:rPr lang="en-US" dirty="0"/>
              <a:t>University</a:t>
            </a:r>
            <a:endParaRPr lang="en-US"/>
          </a:p>
        </p:txBody>
      </p:sp>
      <p:sp>
        <p:nvSpPr>
          <p:cNvPr id="7" name="Occasion"/>
          <p:cNvSpPr>
            <a:spLocks noGrp="1"/>
          </p:cNvSpPr>
          <p:nvPr>
            <p:ph type="body" sz="quarter" idx="12" hasCustomPrompt="1"/>
          </p:nvPr>
        </p:nvSpPr>
        <p:spPr>
          <a:xfrm>
            <a:off x="6903720" y="2231136"/>
            <a:ext cx="2423160" cy="658368"/>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600" i="0" kern="120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r>
              <a:rPr lang="en-US" dirty="0"/>
              <a:t>Occasion</a:t>
            </a:r>
            <a:endParaRPr lang="en-US"/>
          </a:p>
        </p:txBody>
      </p:sp>
      <p:sp>
        <p:nvSpPr>
          <p:cNvPr id="15" name="Venue"/>
          <p:cNvSpPr>
            <a:spLocks noGrp="1"/>
          </p:cNvSpPr>
          <p:nvPr>
            <p:ph type="body" sz="quarter" idx="13" hasCustomPrompt="1"/>
          </p:nvPr>
        </p:nvSpPr>
        <p:spPr>
          <a:xfrm>
            <a:off x="6903720" y="2926080"/>
            <a:ext cx="2423160" cy="713232"/>
          </a:xfrm>
        </p:spPr>
        <p:txBody>
          <a:bodyPr>
            <a:noAutofit/>
          </a:bodyPr>
          <a:lstStyle>
            <a:lvl1pPr marL="0" indent="0" algn="l" defTabSz="914400" rtl="0" eaLnBrk="1" latinLnBrk="0" hangingPunct="1">
              <a:buNone/>
              <a:defRPr lang="en-US" sz="1400" i="0" kern="120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r>
              <a:rPr lang="en-US" dirty="0"/>
              <a:t>Venue or campus</a:t>
            </a:r>
            <a:endParaRPr lang="en-US"/>
          </a:p>
          <a:p>
            <a:r>
              <a:rPr lang="en-US" dirty="0"/>
              <a:t>Date</a:t>
            </a:r>
            <a:endParaRPr lang="en-US"/>
          </a:p>
        </p:txBody>
      </p:sp>
      <p:sp>
        <p:nvSpPr>
          <p:cNvPr id="25" name="Conference Logo"/>
          <p:cNvSpPr>
            <a:spLocks noGrp="1"/>
          </p:cNvSpPr>
          <p:nvPr>
            <p:ph sz="quarter" idx="15" hasCustomPrompt="1"/>
          </p:nvPr>
        </p:nvSpPr>
        <p:spPr>
          <a:xfrm>
            <a:off x="6903720" y="3675888"/>
            <a:ext cx="2423160" cy="658368"/>
          </a:xfrm>
        </p:spPr>
        <p:txBody>
          <a:bodyPr anchor="ctr">
            <a:normAutofit/>
          </a:bodyPr>
          <a:lstStyle>
            <a:lvl1pPr marL="0" indent="0" algn="l">
              <a:buNone/>
              <a:defRPr sz="1000">
                <a:solidFill>
                  <a:schemeClr val="bg1">
                    <a:lumMod val="55000"/>
                  </a:schemeClr>
                </a:solidFill>
              </a:defRPr>
            </a:lvl1pPr>
          </a:lstStyle>
          <a:p>
            <a:r>
              <a:rPr lang="en-US" dirty="0"/>
              <a:t>Conference logo, optional</a:t>
            </a:r>
          </a:p>
        </p:txBody>
      </p:sp>
      <p:sp>
        <p:nvSpPr>
          <p:cNvPr id="26" name="Copyright on photo"/>
          <p:cNvSpPr txBox="1">
            <a:spLocks/>
          </p:cNvSpPr>
          <p:nvPr userDrawn="1"/>
        </p:nvSpPr>
        <p:spPr>
          <a:xfrm>
            <a:off x="8695944" y="6355080"/>
            <a:ext cx="2194560" cy="365760"/>
          </a:xfrm>
          <a:prstGeom prst="rect">
            <a:avLst/>
          </a:prstGeom>
          <a:solidFill>
            <a:schemeClr val="tx1"/>
          </a:solidFill>
        </p:spPr>
        <p:txBody>
          <a:bodyPr vert="horz" lIns="91440" tIns="45720" rIns="91440" bIns="45720" rtlCol="0" anchor="ctr"/>
          <a:lstStyle>
            <a:defPPr>
              <a:defRPr lang="en-US"/>
            </a:defPPr>
            <a:lvl1pPr algn="ctr">
              <a:defRPr sz="1200">
                <a:solidFill>
                  <a:schemeClr val="bg1"/>
                </a:solidFill>
              </a:defRPr>
            </a:lvl1pPr>
          </a:lstStyle>
          <a:p>
            <a:r>
              <a:rPr lang="en-US" dirty="0"/>
              <a:t>© David E. Bernal Neira</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65760" y="640080"/>
            <a:ext cx="10789920" cy="987552"/>
          </a:xfrm>
        </p:spPr>
        <p:txBody>
          <a:bodyPr bIns="0" anchor="t">
            <a:normAutofit/>
          </a:bodyPr>
          <a:lstStyle>
            <a:lvl1pPr>
              <a:defRPr sz="3000" b="1">
                <a:solidFill>
                  <a:schemeClr val="tx1"/>
                </a:solidFill>
              </a:defRPr>
            </a:lvl1pPr>
          </a:lstStyle>
          <a:p>
            <a:r>
              <a:rPr lang="en-US"/>
              <a:t>Write the takeaway as a full sentence</a:t>
            </a:r>
          </a:p>
        </p:txBody>
      </p:sp>
      <p:sp>
        <p:nvSpPr>
          <p:cNvPr id="21" name="Kicker"/>
          <p:cNvSpPr>
            <a:spLocks noGrp="1"/>
          </p:cNvSpPr>
          <p:nvPr>
            <p:ph type="body" sz="quarter" idx="14" hasCustomPrompt="1"/>
          </p:nvPr>
        </p:nvSpPr>
        <p:spPr>
          <a:xfrm>
            <a:off x="365760" y="365760"/>
            <a:ext cx="10789920" cy="256032"/>
          </a:xfrm>
        </p:spPr>
        <p:txBody>
          <a:bodyPr anchor="b">
            <a:normAutofit/>
          </a:bodyPr>
          <a:lstStyle>
            <a:lvl1pPr marL="0" indent="0" algn="l">
              <a:buNone/>
              <a:defRPr sz="1200" b="1" i="0" cap="all" spc="220">
                <a:solidFill>
                  <a:schemeClr val="accent1"/>
                </a:solidFill>
              </a:defRPr>
            </a:lvl1pPr>
          </a:lstStyle>
          <a:p>
            <a:r>
              <a:rPr lang="en-US" dirty="0"/>
              <a:t>Section · scope · timeframe, not the takeaway</a:t>
            </a:r>
          </a:p>
        </p:txBody>
      </p:sp>
      <p:sp>
        <p:nvSpPr>
          <p:cNvPr id="3" name="Content"/>
          <p:cNvSpPr>
            <a:spLocks noGrp="1"/>
          </p:cNvSpPr>
          <p:nvPr>
            <p:ph idx="1"/>
          </p:nvPr>
        </p:nvSpPr>
        <p:spPr>
          <a:xfrm>
            <a:off x="365760" y="1719072"/>
            <a:ext cx="11457432"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ferences"/>
          <p:cNvSpPr>
            <a:spLocks noGrp="1"/>
          </p:cNvSpPr>
          <p:nvPr>
            <p:ph type="body" sz="quarter" idx="13" hasCustomPrompt="1"/>
          </p:nvPr>
        </p:nvSpPr>
        <p:spPr>
          <a:xfrm>
            <a:off x="365760" y="5989320"/>
            <a:ext cx="11457432" cy="310896"/>
          </a:xfrm>
        </p:spPr>
        <p:txBody>
          <a:bodyPr anchor="b">
            <a:spAutoFit/>
          </a:bodyPr>
          <a:lstStyle>
            <a:lvl1pPr marL="152400" indent="-152400" algn="l">
              <a:lnSpc>
                <a:spcPct val="100000"/>
              </a:lnSpc>
              <a:spcBef>
                <a:spcPts val="0"/>
              </a:spcBef>
              <a:buFont typeface="Arial" panose="020B0604020202020204" pitchFamily="34" charset="0"/>
              <a:buAutoNum type="arabicPeriod"/>
              <a:defRPr sz="900" b="0" i="0">
                <a:solidFill>
                  <a:schemeClr val="tx1">
                    <a:lumMod val="65000"/>
                    <a:lumOff val="35000"/>
                  </a:schemeClr>
                </a:solidFill>
              </a:defRPr>
            </a:lvl1pPr>
          </a:lstStyle>
          <a:p>
            <a:r>
              <a:rPr lang="en-US" dirty="0"/>
              <a:t>References</a:t>
            </a:r>
          </a:p>
        </p:txBody>
      </p:sp>
      <p:sp>
        <p:nvSpPr>
          <p:cNvPr id="4" name="Date"/>
          <p:cNvSpPr>
            <a:spLocks noGrp="1"/>
          </p:cNvSpPr>
          <p:nvPr>
            <p:ph type="dt" sz="half" idx="10"/>
          </p:nvPr>
        </p:nvSpPr>
        <p:spPr>
          <a:xfrm>
            <a:off x="2286000" y="6355080"/>
            <a:ext cx="2432304" cy="365760"/>
          </a:xfrm>
          <a:prstGeom prst="rect">
            <a:avLst/>
          </a:prstGeom>
        </p:spPr>
        <p:txBody>
          <a:bodyPr anchor="ctr"/>
          <a:lstStyle>
            <a:lvl1pPr>
              <a:defRPr lang="en-US" sz="1200" kern="1200" smtClean="0">
                <a:solidFill>
                  <a:schemeClr val="tx1">
                    <a:tint val="85000"/>
                  </a:schemeClr>
                </a:solidFill>
                <a:latin typeface="Roboto" panose="02000000000000000000" pitchFamily="2" charset="0"/>
                <a:ea typeface="Roboto" panose="02000000000000000000" pitchFamily="2" charset="0"/>
                <a:cs typeface="Roboto" panose="02000000000000000000" pitchFamily="2" charset="0"/>
              </a:defRPr>
            </a:lvl1pPr>
          </a:lstStyle>
          <a:p>
            <a:fld id="{A65404F8-D6E6-4722-A8D7-5A45E730DFCE}" type="datetime4">
              <a:rPr lang="en-US" smtClean="0"/>
              <a:t>October 26, 2026</a:t>
            </a:fld>
            <a:endParaRPr lang="en-US"/>
          </a:p>
        </p:txBody>
      </p:sp>
      <p:sp>
        <p:nvSpPr>
          <p:cNvPr id="5"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6" name="Slide Number"/>
          <p:cNvSpPr>
            <a:spLocks noGrp="1"/>
          </p:cNvSpPr>
          <p:nvPr>
            <p:ph type="sldNum" sz="quarter" idx="12"/>
          </p:nvPr>
        </p:nvSpPr>
        <p:spPr>
          <a:xfrm>
            <a:off x="11100816" y="6355080"/>
            <a:ext cx="722376" cy="365760"/>
          </a:xfrm>
          <a:prstGeom prst="rect">
            <a:avLst/>
          </a:prstGeom>
        </p:spPr>
        <p:txBody>
          <a:bodyPr anchor="ct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pic>
        <p:nvPicPr>
          <p:cNvPr id="9" name="Imagen 8" descr="Purdue University logo"/>
          <p:cNvPicPr>
            <a:picLocks noChangeAspect="1"/>
          </p:cNvPicPr>
          <p:nvPr userDrawn="1"/>
        </p:nvPicPr>
        <p:blipFill>
          <a:blip r:embed="rId2"/>
          <a:stretch>
            <a:fillRect/>
          </a:stretch>
        </p:blipFill>
        <p:spPr>
          <a:xfrm>
            <a:off x="365760" y="6355080"/>
            <a:ext cx="1728216" cy="310896"/>
          </a:xfrm>
          <a:prstGeom prst="rect">
            <a:avLst/>
          </a:prstGeom>
        </p:spPr>
      </p:pic>
      <p:pic>
        <p:nvPicPr>
          <p:cNvPr id="20" name="Imagen 19" descr="SECQUOIA research group mark"/>
          <p:cNvPicPr>
            <a:picLocks noChangeAspect="1"/>
          </p:cNvPicPr>
          <p:nvPr userDrawn="1"/>
        </p:nvPicPr>
        <p:blipFill>
          <a:blip r:embed="rId3"/>
          <a:stretch>
            <a:fillRect/>
          </a:stretch>
        </p:blipFill>
        <p:spPr>
          <a:xfrm>
            <a:off x="11338560" y="365760"/>
            <a:ext cx="484632" cy="58521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65760" y="2331720"/>
            <a:ext cx="10789920" cy="1097280"/>
          </a:xfrm>
        </p:spPr>
        <p:txBody>
          <a:bodyPr anchor="t">
            <a:normAutofit/>
          </a:bodyPr>
          <a:lstStyle>
            <a:lvl1pPr>
              <a:defRPr sz="3000" b="1"/>
            </a:lvl1pPr>
          </a:lstStyle>
          <a:p>
            <a:r>
              <a:rPr lang="en-US"/>
              <a:t>Write the takeaway as a full sentence</a:t>
            </a:r>
          </a:p>
        </p:txBody>
      </p:sp>
      <p:sp>
        <p:nvSpPr>
          <p:cNvPr id="18" name="Kicker"/>
          <p:cNvSpPr>
            <a:spLocks noGrp="1"/>
          </p:cNvSpPr>
          <p:nvPr>
            <p:ph type="body" sz="quarter" idx="14" hasCustomPrompt="1"/>
          </p:nvPr>
        </p:nvSpPr>
        <p:spPr>
          <a:xfrm>
            <a:off x="365760" y="365760"/>
            <a:ext cx="10789920" cy="256032"/>
          </a:xfrm>
        </p:spPr>
        <p:txBody>
          <a:bodyPr anchor="b">
            <a:normAutofit/>
          </a:bodyPr>
          <a:lstStyle>
            <a:lvl1pPr marL="0" indent="0" algn="l">
              <a:buNone/>
              <a:defRPr sz="1200" b="1" i="0" cap="all" spc="220">
                <a:solidFill>
                  <a:schemeClr val="accent1"/>
                </a:solidFill>
              </a:defRPr>
            </a:lvl1pPr>
          </a:lstStyle>
          <a:p>
            <a:r>
              <a:rPr lang="en-US" dirty="0"/>
              <a:t>Section · scope · timeframe, not the takeaway</a:t>
            </a:r>
          </a:p>
        </p:txBody>
      </p:sp>
      <p:sp>
        <p:nvSpPr>
          <p:cNvPr id="3" name="Subtitle"/>
          <p:cNvSpPr>
            <a:spLocks noGrp="1"/>
          </p:cNvSpPr>
          <p:nvPr>
            <p:ph type="body" idx="1"/>
          </p:nvPr>
        </p:nvSpPr>
        <p:spPr>
          <a:xfrm>
            <a:off x="365760" y="3520440"/>
            <a:ext cx="10789920" cy="868680"/>
          </a:xfrm>
        </p:spPr>
        <p:txBody>
          <a:bodyPr/>
          <a:lstStyle>
            <a:lvl1pPr marL="0" indent="0">
              <a:buNone/>
              <a:defRPr sz="2400" i="1">
                <a:solidFill>
                  <a:schemeClr val="tx1">
                    <a:tint val="85000"/>
                  </a:schemeClr>
                </a:solidFill>
              </a:defRPr>
            </a:lvl1pPr>
            <a:lvl2pPr marL="457200" indent="0">
              <a:buNone/>
              <a:defRPr sz="2000">
                <a:solidFill>
                  <a:schemeClr val="tx1">
                    <a:tint val="85000"/>
                  </a:schemeClr>
                </a:solidFill>
              </a:defRPr>
            </a:lvl2pPr>
            <a:lvl3pPr marL="914400" indent="0">
              <a:buNone/>
              <a:defRPr sz="1800">
                <a:solidFill>
                  <a:schemeClr val="tx1">
                    <a:tint val="85000"/>
                  </a:schemeClr>
                </a:solidFill>
              </a:defRPr>
            </a:lvl3pPr>
            <a:lvl4pPr marL="1371600" indent="0">
              <a:buNone/>
              <a:defRPr sz="1600">
                <a:solidFill>
                  <a:schemeClr val="tx1">
                    <a:tint val="85000"/>
                  </a:schemeClr>
                </a:solidFill>
              </a:defRPr>
            </a:lvl4pPr>
            <a:lvl5pPr marL="1828800" indent="0">
              <a:buNone/>
              <a:defRPr sz="1600">
                <a:solidFill>
                  <a:schemeClr val="tx1">
                    <a:tint val="85000"/>
                  </a:schemeClr>
                </a:solidFill>
              </a:defRPr>
            </a:lvl5pPr>
            <a:lvl6pPr marL="2286000" indent="0">
              <a:buNone/>
              <a:defRPr sz="1600">
                <a:solidFill>
                  <a:schemeClr val="tx1">
                    <a:tint val="85000"/>
                  </a:schemeClr>
                </a:solidFill>
              </a:defRPr>
            </a:lvl6pPr>
            <a:lvl7pPr marL="2743200" indent="0">
              <a:buNone/>
              <a:defRPr sz="1600">
                <a:solidFill>
                  <a:schemeClr val="tx1">
                    <a:tint val="85000"/>
                  </a:schemeClr>
                </a:solidFill>
              </a:defRPr>
            </a:lvl7pPr>
            <a:lvl8pPr marL="3200400" indent="0">
              <a:buNone/>
              <a:defRPr sz="1600">
                <a:solidFill>
                  <a:schemeClr val="tx1">
                    <a:tint val="85000"/>
                  </a:schemeClr>
                </a:solidFill>
              </a:defRPr>
            </a:lvl8pPr>
            <a:lvl9pPr marL="3657600" indent="0">
              <a:buNone/>
              <a:defRPr sz="1600">
                <a:solidFill>
                  <a:schemeClr val="tx1">
                    <a:tint val="85000"/>
                  </a:schemeClr>
                </a:solidFill>
              </a:defRPr>
            </a:lvl9pPr>
          </a:lstStyle>
          <a:p>
            <a:pPr lvl="0"/>
            <a:r>
              <a:rPr lang="en-US"/>
              <a:t>Click to edit Master text styles</a:t>
            </a:r>
          </a:p>
        </p:txBody>
      </p:sp>
      <p:sp>
        <p:nvSpPr>
          <p:cNvPr id="17" name="References"/>
          <p:cNvSpPr>
            <a:spLocks noGrp="1"/>
          </p:cNvSpPr>
          <p:nvPr>
            <p:ph type="body" sz="quarter" idx="13" hasCustomPrompt="1"/>
          </p:nvPr>
        </p:nvSpPr>
        <p:spPr>
          <a:xfrm>
            <a:off x="365760" y="5989320"/>
            <a:ext cx="11457432" cy="310896"/>
          </a:xfrm>
        </p:spPr>
        <p:txBody>
          <a:bodyPr anchor="b">
            <a:spAutoFit/>
          </a:bodyPr>
          <a:lstStyle>
            <a:lvl1pPr marL="152400" indent="-152400" algn="l">
              <a:lnSpc>
                <a:spcPct val="100000"/>
              </a:lnSpc>
              <a:spcBef>
                <a:spcPts val="0"/>
              </a:spcBef>
              <a:buFont typeface="Arial" panose="020B0604020202020204" pitchFamily="34" charset="0"/>
              <a:buAutoNum type="arabicPeriod"/>
              <a:defRPr sz="900" b="0" i="0">
                <a:solidFill>
                  <a:schemeClr val="tx1">
                    <a:lumMod val="65000"/>
                    <a:lumOff val="35000"/>
                  </a:schemeClr>
                </a:solidFill>
              </a:defRPr>
            </a:lvl1pPr>
          </a:lstStyle>
          <a:p>
            <a:r>
              <a:rPr lang="en-US" dirty="0"/>
              <a:t>References</a:t>
            </a:r>
          </a:p>
        </p:txBody>
      </p:sp>
      <p:sp>
        <p:nvSpPr>
          <p:cNvPr id="14" name="Date"/>
          <p:cNvSpPr>
            <a:spLocks noGrp="1"/>
          </p:cNvSpPr>
          <p:nvPr>
            <p:ph type="dt" sz="half" idx="10"/>
          </p:nvPr>
        </p:nvSpPr>
        <p:spPr>
          <a:xfrm>
            <a:off x="2286000" y="6355080"/>
            <a:ext cx="2432304" cy="365760"/>
          </a:xfrm>
          <a:prstGeom prst="rect">
            <a:avLst/>
          </a:prstGeom>
        </p:spPr>
        <p:txBody>
          <a:bodyPr anchor="ctr"/>
          <a:lstStyle>
            <a:lvl1pPr>
              <a:defRPr lang="en-US" smtClean="0"/>
            </a:lvl1pPr>
          </a:lstStyle>
          <a:p>
            <a:fld id="{D59467CD-606F-49C5-BF44-5CB6AA1BF748}" type="datetime4">
              <a:rPr lang="en-US" smtClean="0"/>
              <a:t>October 26, 2026</a:t>
            </a:fld>
            <a:endParaRPr lang="en-US"/>
          </a:p>
        </p:txBody>
      </p:sp>
      <p:sp>
        <p:nvSpPr>
          <p:cNvPr id="15"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16"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pic>
        <p:nvPicPr>
          <p:cNvPr id="13" name="Imagen 12" descr="SECQUOIA research group mark"/>
          <p:cNvPicPr>
            <a:picLocks noChangeAspect="1"/>
          </p:cNvPicPr>
          <p:nvPr userDrawn="1"/>
        </p:nvPicPr>
        <p:blipFill>
          <a:blip r:embed="rId2"/>
          <a:stretch>
            <a:fillRect/>
          </a:stretch>
        </p:blipFill>
        <p:spPr>
          <a:xfrm>
            <a:off x="11338560" y="365760"/>
            <a:ext cx="484632" cy="585216"/>
          </a:xfrm>
          <a:prstGeom prst="rect">
            <a:avLst/>
          </a:prstGeom>
        </p:spPr>
      </p:pic>
      <p:pic>
        <p:nvPicPr>
          <p:cNvPr id="11" name="Imagen 10" descr="Purdue University logo"/>
          <p:cNvPicPr>
            <a:picLocks noChangeAspect="1"/>
          </p:cNvPicPr>
          <p:nvPr userDrawn="1"/>
        </p:nvPicPr>
        <p:blipFill>
          <a:blip r:embed="rId3"/>
          <a:stretch>
            <a:fillRect/>
          </a:stretch>
        </p:blipFill>
        <p:spPr>
          <a:xfrm>
            <a:off x="365760" y="6355080"/>
            <a:ext cx="1728216" cy="31089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5" name="Title"/>
          <p:cNvSpPr>
            <a:spLocks noGrp="1"/>
          </p:cNvSpPr>
          <p:nvPr>
            <p:ph type="title" hasCustomPrompt="1"/>
          </p:nvPr>
        </p:nvSpPr>
        <p:spPr>
          <a:xfrm>
            <a:off x="365760" y="640080"/>
            <a:ext cx="10789920" cy="987552"/>
          </a:xfrm>
        </p:spPr>
        <p:txBody>
          <a:bodyPr bIns="0" anchor="t">
            <a:normAutofit/>
          </a:bodyPr>
          <a:lstStyle>
            <a:lvl1pPr>
              <a:defRPr sz="3000" b="1">
                <a:solidFill>
                  <a:schemeClr val="tx1"/>
                </a:solidFill>
              </a:defRPr>
            </a:lvl1pPr>
          </a:lstStyle>
          <a:p>
            <a:r>
              <a:rPr lang="en-US"/>
              <a:t>Write the takeaway as a full sentence</a:t>
            </a:r>
          </a:p>
        </p:txBody>
      </p:sp>
      <p:sp>
        <p:nvSpPr>
          <p:cNvPr id="18" name="Kicker"/>
          <p:cNvSpPr>
            <a:spLocks noGrp="1"/>
          </p:cNvSpPr>
          <p:nvPr>
            <p:ph type="body" sz="quarter" idx="14" hasCustomPrompt="1"/>
          </p:nvPr>
        </p:nvSpPr>
        <p:spPr>
          <a:xfrm>
            <a:off x="365760" y="365760"/>
            <a:ext cx="10789920" cy="256032"/>
          </a:xfrm>
        </p:spPr>
        <p:txBody>
          <a:bodyPr anchor="b">
            <a:normAutofit/>
          </a:bodyPr>
          <a:lstStyle>
            <a:lvl1pPr marL="0" indent="0" algn="l">
              <a:buNone/>
              <a:defRPr sz="1200" b="1" i="0" cap="all" spc="220">
                <a:solidFill>
                  <a:schemeClr val="accent1"/>
                </a:solidFill>
              </a:defRPr>
            </a:lvl1pPr>
          </a:lstStyle>
          <a:p>
            <a:r>
              <a:rPr lang="en-US" dirty="0"/>
              <a:t>Section · scope · timeframe, not the takeaway</a:t>
            </a:r>
          </a:p>
        </p:txBody>
      </p:sp>
      <p:sp>
        <p:nvSpPr>
          <p:cNvPr id="3" name="Content Left"/>
          <p:cNvSpPr>
            <a:spLocks noGrp="1"/>
          </p:cNvSpPr>
          <p:nvPr>
            <p:ph sz="half" idx="1"/>
          </p:nvPr>
        </p:nvSpPr>
        <p:spPr>
          <a:xfrm>
            <a:off x="365760" y="1719072"/>
            <a:ext cx="5591556" cy="404164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Right"/>
          <p:cNvSpPr>
            <a:spLocks noGrp="1"/>
          </p:cNvSpPr>
          <p:nvPr>
            <p:ph sz="half" idx="2"/>
          </p:nvPr>
        </p:nvSpPr>
        <p:spPr>
          <a:xfrm>
            <a:off x="6231636" y="1719072"/>
            <a:ext cx="5591556" cy="404164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References"/>
          <p:cNvSpPr>
            <a:spLocks noGrp="1"/>
          </p:cNvSpPr>
          <p:nvPr>
            <p:ph type="body" sz="quarter" idx="13" hasCustomPrompt="1"/>
          </p:nvPr>
        </p:nvSpPr>
        <p:spPr>
          <a:xfrm>
            <a:off x="365760" y="5989320"/>
            <a:ext cx="11457432" cy="310896"/>
          </a:xfrm>
        </p:spPr>
        <p:txBody>
          <a:bodyPr anchor="b">
            <a:spAutoFit/>
          </a:bodyPr>
          <a:lstStyle>
            <a:lvl1pPr marL="152400" indent="-152400" algn="l">
              <a:lnSpc>
                <a:spcPct val="100000"/>
              </a:lnSpc>
              <a:spcBef>
                <a:spcPts val="0"/>
              </a:spcBef>
              <a:buFont typeface="Arial" panose="020B0604020202020204" pitchFamily="34" charset="0"/>
              <a:buAutoNum type="arabicPeriod"/>
              <a:defRPr sz="900" b="0" i="0">
                <a:solidFill>
                  <a:schemeClr val="tx1">
                    <a:lumMod val="65000"/>
                    <a:lumOff val="35000"/>
                  </a:schemeClr>
                </a:solidFill>
              </a:defRPr>
            </a:lvl1pPr>
          </a:lstStyle>
          <a:p>
            <a:r>
              <a:rPr lang="en-US" dirty="0"/>
              <a:t>References</a:t>
            </a:r>
          </a:p>
        </p:txBody>
      </p:sp>
      <p:sp>
        <p:nvSpPr>
          <p:cNvPr id="11"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fld id="{CD9E0369-E596-4CC2-B716-DB4FAF33A982}" type="datetime4">
              <a:rPr lang="en-US" smtClean="0"/>
              <a:t>October 26, 2026</a:t>
            </a:fld>
            <a:endParaRPr lang="en-US"/>
          </a:p>
        </p:txBody>
      </p:sp>
      <p:sp>
        <p:nvSpPr>
          <p:cNvPr id="12"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16"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pic>
        <p:nvPicPr>
          <p:cNvPr id="13" name="Imagen 12" descr="Purdue University logo"/>
          <p:cNvPicPr>
            <a:picLocks noChangeAspect="1"/>
          </p:cNvPicPr>
          <p:nvPr userDrawn="1"/>
        </p:nvPicPr>
        <p:blipFill>
          <a:blip r:embed="rId2"/>
          <a:stretch>
            <a:fillRect/>
          </a:stretch>
        </p:blipFill>
        <p:spPr>
          <a:xfrm>
            <a:off x="365760" y="6355080"/>
            <a:ext cx="1728216" cy="310896"/>
          </a:xfrm>
          <a:prstGeom prst="rect">
            <a:avLst/>
          </a:prstGeom>
        </p:spPr>
      </p:pic>
      <p:pic>
        <p:nvPicPr>
          <p:cNvPr id="14" name="Imagen 13" descr="SECQUOIA research group mark"/>
          <p:cNvPicPr>
            <a:picLocks noChangeAspect="1"/>
          </p:cNvPicPr>
          <p:nvPr userDrawn="1"/>
        </p:nvPicPr>
        <p:blipFill>
          <a:blip r:embed="rId3"/>
          <a:stretch>
            <a:fillRect/>
          </a:stretch>
        </p:blipFill>
        <p:spPr>
          <a:xfrm>
            <a:off x="11338560" y="365760"/>
            <a:ext cx="484632" cy="58521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7" name="Title"/>
          <p:cNvSpPr>
            <a:spLocks noGrp="1"/>
          </p:cNvSpPr>
          <p:nvPr>
            <p:ph type="title" hasCustomPrompt="1"/>
          </p:nvPr>
        </p:nvSpPr>
        <p:spPr>
          <a:xfrm>
            <a:off x="365760" y="640080"/>
            <a:ext cx="10789920" cy="987552"/>
          </a:xfrm>
        </p:spPr>
        <p:txBody>
          <a:bodyPr bIns="0" anchor="t">
            <a:normAutofit/>
          </a:bodyPr>
          <a:lstStyle>
            <a:lvl1pPr>
              <a:defRPr sz="3000" b="1">
                <a:solidFill>
                  <a:schemeClr val="tx1"/>
                </a:solidFill>
              </a:defRPr>
            </a:lvl1pPr>
          </a:lstStyle>
          <a:p>
            <a:r>
              <a:rPr lang="en-US"/>
              <a:t>Write the takeaway as a full sentence</a:t>
            </a:r>
          </a:p>
        </p:txBody>
      </p:sp>
      <p:sp>
        <p:nvSpPr>
          <p:cNvPr id="20" name="Kicker"/>
          <p:cNvSpPr>
            <a:spLocks noGrp="1"/>
          </p:cNvSpPr>
          <p:nvPr>
            <p:ph type="body" sz="quarter" idx="14" hasCustomPrompt="1"/>
          </p:nvPr>
        </p:nvSpPr>
        <p:spPr>
          <a:xfrm>
            <a:off x="365760" y="365760"/>
            <a:ext cx="10789920" cy="256032"/>
          </a:xfrm>
        </p:spPr>
        <p:txBody>
          <a:bodyPr anchor="b">
            <a:normAutofit/>
          </a:bodyPr>
          <a:lstStyle>
            <a:lvl1pPr marL="0" indent="0" algn="l">
              <a:buNone/>
              <a:defRPr sz="1200" b="1" i="0" cap="all" spc="220">
                <a:solidFill>
                  <a:schemeClr val="accent1"/>
                </a:solidFill>
              </a:defRPr>
            </a:lvl1pPr>
          </a:lstStyle>
          <a:p>
            <a:r>
              <a:rPr lang="en-US" dirty="0"/>
              <a:t>Section · scope · timeframe, not the takeaway</a:t>
            </a:r>
          </a:p>
        </p:txBody>
      </p:sp>
      <p:sp>
        <p:nvSpPr>
          <p:cNvPr id="3" name="Heading Left"/>
          <p:cNvSpPr>
            <a:spLocks noGrp="1"/>
          </p:cNvSpPr>
          <p:nvPr>
            <p:ph type="body" idx="1"/>
          </p:nvPr>
        </p:nvSpPr>
        <p:spPr>
          <a:xfrm>
            <a:off x="365760" y="1719072"/>
            <a:ext cx="5591556" cy="502920"/>
          </a:xfrm>
        </p:spPr>
        <p:txBody>
          <a:bodyPr anchor="b"/>
          <a:lstStyle>
            <a:lvl1pPr marL="0" indent="0">
              <a:buNone/>
              <a:defRPr sz="2400" b="1"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Left"/>
          <p:cNvSpPr>
            <a:spLocks noGrp="1"/>
          </p:cNvSpPr>
          <p:nvPr>
            <p:ph sz="half" idx="2"/>
          </p:nvPr>
        </p:nvSpPr>
        <p:spPr>
          <a:xfrm>
            <a:off x="365760" y="2286000"/>
            <a:ext cx="5591556" cy="347472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Heading Right"/>
          <p:cNvSpPr>
            <a:spLocks noGrp="1"/>
          </p:cNvSpPr>
          <p:nvPr>
            <p:ph type="body" sz="quarter" idx="3"/>
          </p:nvPr>
        </p:nvSpPr>
        <p:spPr>
          <a:xfrm>
            <a:off x="6231636" y="1719072"/>
            <a:ext cx="5591556" cy="502920"/>
          </a:xfrm>
        </p:spPr>
        <p:txBody>
          <a:bodyPr anchor="b"/>
          <a:lstStyle>
            <a:lvl1pPr marL="0" indent="0">
              <a:buNone/>
              <a:defRPr sz="2400" b="1"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Right"/>
          <p:cNvSpPr>
            <a:spLocks noGrp="1"/>
          </p:cNvSpPr>
          <p:nvPr>
            <p:ph sz="quarter" idx="4"/>
          </p:nvPr>
        </p:nvSpPr>
        <p:spPr>
          <a:xfrm>
            <a:off x="6231636" y="2286000"/>
            <a:ext cx="5591556" cy="347472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ferences"/>
          <p:cNvSpPr>
            <a:spLocks noGrp="1"/>
          </p:cNvSpPr>
          <p:nvPr>
            <p:ph type="body" sz="quarter" idx="13" hasCustomPrompt="1"/>
          </p:nvPr>
        </p:nvSpPr>
        <p:spPr>
          <a:xfrm>
            <a:off x="365760" y="5989320"/>
            <a:ext cx="11457432" cy="310896"/>
          </a:xfrm>
        </p:spPr>
        <p:txBody>
          <a:bodyPr anchor="b">
            <a:spAutoFit/>
          </a:bodyPr>
          <a:lstStyle>
            <a:lvl1pPr marL="152400" indent="-152400" algn="l">
              <a:lnSpc>
                <a:spcPct val="100000"/>
              </a:lnSpc>
              <a:spcBef>
                <a:spcPts val="0"/>
              </a:spcBef>
              <a:buFont typeface="Arial" panose="020B0604020202020204" pitchFamily="34" charset="0"/>
              <a:buAutoNum type="arabicPeriod"/>
              <a:defRPr sz="900" b="0" i="0">
                <a:solidFill>
                  <a:schemeClr val="tx1">
                    <a:lumMod val="65000"/>
                    <a:lumOff val="35000"/>
                  </a:schemeClr>
                </a:solidFill>
              </a:defRPr>
            </a:lvl1pPr>
          </a:lstStyle>
          <a:p>
            <a:r>
              <a:rPr lang="en-US" dirty="0"/>
              <a:t>References</a:t>
            </a:r>
          </a:p>
        </p:txBody>
      </p:sp>
      <p:sp>
        <p:nvSpPr>
          <p:cNvPr id="13"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fld id="{FD80F4B5-DD3B-486C-A527-F777654EC5D1}" type="datetime4">
              <a:rPr lang="en-US" smtClean="0"/>
              <a:t>October 26, 2026</a:t>
            </a:fld>
            <a:endParaRPr lang="en-US"/>
          </a:p>
        </p:txBody>
      </p:sp>
      <p:sp>
        <p:nvSpPr>
          <p:cNvPr id="14"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18"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pic>
        <p:nvPicPr>
          <p:cNvPr id="15" name="Imagen 14" descr="Purdue University logo"/>
          <p:cNvPicPr>
            <a:picLocks noChangeAspect="1"/>
          </p:cNvPicPr>
          <p:nvPr userDrawn="1"/>
        </p:nvPicPr>
        <p:blipFill>
          <a:blip r:embed="rId2"/>
          <a:stretch>
            <a:fillRect/>
          </a:stretch>
        </p:blipFill>
        <p:spPr>
          <a:xfrm>
            <a:off x="365760" y="6355080"/>
            <a:ext cx="1728216" cy="310896"/>
          </a:xfrm>
          <a:prstGeom prst="rect">
            <a:avLst/>
          </a:prstGeom>
        </p:spPr>
      </p:pic>
      <p:pic>
        <p:nvPicPr>
          <p:cNvPr id="16" name="Imagen 15" descr="SECQUOIA research group mark"/>
          <p:cNvPicPr>
            <a:picLocks noChangeAspect="1"/>
          </p:cNvPicPr>
          <p:nvPr userDrawn="1"/>
        </p:nvPicPr>
        <p:blipFill>
          <a:blip r:embed="rId3"/>
          <a:stretch>
            <a:fillRect/>
          </a:stretch>
        </p:blipFill>
        <p:spPr>
          <a:xfrm>
            <a:off x="11338560" y="365760"/>
            <a:ext cx="484632" cy="58521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ull-Bleed Figure">
    <p:spTree>
      <p:nvGrpSpPr>
        <p:cNvPr id="1" name=""/>
        <p:cNvGrpSpPr/>
        <p:nvPr/>
      </p:nvGrpSpPr>
      <p:grpSpPr>
        <a:xfrm>
          <a:off x="0" y="0"/>
          <a:ext cx="0" cy="0"/>
          <a:chOff x="0" y="0"/>
          <a:chExt cx="0" cy="0"/>
        </a:xfrm>
      </p:grpSpPr>
      <p:sp>
        <p:nvSpPr>
          <p:cNvPr id="901" name="Title"/>
          <p:cNvSpPr>
            <a:spLocks noGrp="1"/>
          </p:cNvSpPr>
          <p:nvPr>
            <p:ph type="title" hasCustomPrompt="1"/>
          </p:nvPr>
        </p:nvSpPr>
        <p:spPr>
          <a:xfrm>
            <a:off x="365760" y="640080"/>
            <a:ext cx="10789920" cy="987552"/>
          </a:xfrm>
        </p:spPr>
        <p:txBody>
          <a:bodyPr bIns="0" anchor="t">
            <a:normAutofit/>
          </a:bodyPr>
          <a:lstStyle>
            <a:lvl1pPr marL="0" indent="0" algn="l">
              <a:buNone/>
              <a:defRPr sz="3000" b="1" i="0">
                <a:solidFill>
                  <a:schemeClr val="tx1"/>
                </a:solidFill>
              </a:defRPr>
            </a:lvl1pPr>
          </a:lstStyle>
          <a:p>
            <a:r>
              <a:rPr lang="en-US" dirty="0"/>
              <a:t>Write the takeaway as a full sentence</a:t>
            </a:r>
          </a:p>
        </p:txBody>
      </p:sp>
      <p:sp>
        <p:nvSpPr>
          <p:cNvPr id="905" name="Kicker"/>
          <p:cNvSpPr>
            <a:spLocks noGrp="1"/>
          </p:cNvSpPr>
          <p:nvPr>
            <p:ph type="body" sz="quarter" idx="14" hasCustomPrompt="1"/>
          </p:nvPr>
        </p:nvSpPr>
        <p:spPr>
          <a:xfrm>
            <a:off x="365760" y="365760"/>
            <a:ext cx="10789920" cy="256032"/>
          </a:xfrm>
        </p:spPr>
        <p:txBody>
          <a:bodyPr anchor="b">
            <a:normAutofit/>
          </a:bodyPr>
          <a:lstStyle>
            <a:lvl1pPr marL="0" indent="0" algn="l">
              <a:buNone/>
              <a:defRPr sz="1200" b="1" i="0" cap="all" spc="220">
                <a:solidFill>
                  <a:schemeClr val="accent1"/>
                </a:solidFill>
              </a:defRPr>
            </a:lvl1pPr>
          </a:lstStyle>
          <a:p>
            <a:r>
              <a:rPr lang="en-US" dirty="0"/>
              <a:t>Section · scope · timeframe, not the takeaway</a:t>
            </a:r>
          </a:p>
        </p:txBody>
      </p:sp>
      <p:sp>
        <p:nvSpPr>
          <p:cNvPr id="902" name="Figure"/>
          <p:cNvSpPr>
            <a:spLocks noGrp="1"/>
          </p:cNvSpPr>
          <p:nvPr>
            <p:ph idx="1" hasCustomPrompt="1"/>
          </p:nvPr>
        </p:nvSpPr>
        <p:spPr>
          <a:xfrm>
            <a:off x="365760" y="1719072"/>
            <a:ext cx="11457432" cy="3675888"/>
          </a:xfrm>
        </p:spPr>
        <p:txBody>
          <a:bodyPr anchor="t">
            <a:normAutofit/>
          </a:bodyPr>
          <a:lstStyle>
            <a:lvl1pPr marL="0" indent="0" algn="l">
              <a:buNone/>
              <a:defRPr sz="1400" b="0" i="0">
                <a:solidFill>
                  <a:schemeClr val="tx1"/>
                </a:solidFill>
              </a:defRPr>
            </a:lvl1pPr>
          </a:lstStyle>
          <a:p>
            <a:r>
              <a:rPr lang="en-US" dirty="0"/>
              <a:t>Insert figure, chart or table</a:t>
            </a:r>
          </a:p>
        </p:txBody>
      </p:sp>
      <p:sp>
        <p:nvSpPr>
          <p:cNvPr id="903" name="Caption"/>
          <p:cNvSpPr>
            <a:spLocks noGrp="1"/>
          </p:cNvSpPr>
          <p:nvPr>
            <p:ph type="body" idx="2" hasCustomPrompt="1"/>
          </p:nvPr>
        </p:nvSpPr>
        <p:spPr>
          <a:xfrm>
            <a:off x="365760" y="5440680"/>
            <a:ext cx="11457432" cy="320040"/>
          </a:xfrm>
        </p:spPr>
        <p:txBody>
          <a:bodyPr anchor="ctr">
            <a:normAutofit/>
          </a:bodyPr>
          <a:lstStyle>
            <a:lvl1pPr marL="0" indent="0" algn="l">
              <a:buNone/>
              <a:defRPr sz="1200" b="0" i="1">
                <a:solidFill>
                  <a:schemeClr val="tx1">
                    <a:lumMod val="75000"/>
                    <a:lumOff val="25000"/>
                  </a:schemeClr>
                </a:solidFill>
              </a:defRPr>
            </a:lvl1pPr>
          </a:lstStyle>
          <a:p>
            <a:r>
              <a:rPr lang="en-US" dirty="0"/>
              <a:t>Caption: what the reader should notice</a:t>
            </a:r>
          </a:p>
        </p:txBody>
      </p:sp>
      <p:sp>
        <p:nvSpPr>
          <p:cNvPr id="904" name="References"/>
          <p:cNvSpPr>
            <a:spLocks noGrp="1"/>
          </p:cNvSpPr>
          <p:nvPr>
            <p:ph type="body" idx="13" hasCustomPrompt="1"/>
          </p:nvPr>
        </p:nvSpPr>
        <p:spPr>
          <a:xfrm>
            <a:off x="365760" y="5989320"/>
            <a:ext cx="11457432" cy="310896"/>
          </a:xfrm>
        </p:spPr>
        <p:txBody>
          <a:bodyPr anchor="b">
            <a:spAutoFit/>
          </a:bodyPr>
          <a:lstStyle>
            <a:lvl1pPr marL="152400" indent="-152400" algn="l">
              <a:lnSpc>
                <a:spcPct val="100000"/>
              </a:lnSpc>
              <a:spcBef>
                <a:spcPts val="0"/>
              </a:spcBef>
              <a:buFont typeface="Arial" panose="020B0604020202020204" pitchFamily="34" charset="0"/>
              <a:buAutoNum type="arabicPeriod"/>
              <a:defRPr sz="900" b="0" i="0">
                <a:solidFill>
                  <a:schemeClr val="tx1">
                    <a:lumMod val="65000"/>
                    <a:lumOff val="35000"/>
                  </a:schemeClr>
                </a:solidFill>
              </a:defRPr>
            </a:lvl1pPr>
          </a:lstStyle>
          <a:p>
            <a:r>
              <a:rPr lang="en-US" dirty="0"/>
              <a:t>References</a:t>
            </a:r>
          </a:p>
        </p:txBody>
      </p:sp>
      <p:sp>
        <p:nvSpPr>
          <p:cNvPr id="9"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fld id="{0A2F9B7E-53D5-47A3-87EF-840A764BD8FE}" type="datetime4">
              <a:rPr lang="en-US" smtClean="0"/>
              <a:t>October 26, 2026</a:t>
            </a:fld>
            <a:endParaRPr lang="en-US"/>
          </a:p>
        </p:txBody>
      </p:sp>
      <p:sp>
        <p:nvSpPr>
          <p:cNvPr id="10"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14"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pic>
        <p:nvPicPr>
          <p:cNvPr id="11" name="Imagen 10" descr="Purdue University logo"/>
          <p:cNvPicPr>
            <a:picLocks noChangeAspect="1"/>
          </p:cNvPicPr>
          <p:nvPr userDrawn="1"/>
        </p:nvPicPr>
        <p:blipFill>
          <a:blip r:embed="rId2"/>
          <a:stretch>
            <a:fillRect/>
          </a:stretch>
        </p:blipFill>
        <p:spPr>
          <a:xfrm>
            <a:off x="365760" y="6355080"/>
            <a:ext cx="1728216" cy="310896"/>
          </a:xfrm>
          <a:prstGeom prst="rect">
            <a:avLst/>
          </a:prstGeom>
        </p:spPr>
      </p:pic>
      <p:pic>
        <p:nvPicPr>
          <p:cNvPr id="12" name="Imagen 11" descr="SECQUOIA research group mark"/>
          <p:cNvPicPr>
            <a:picLocks noChangeAspect="1"/>
          </p:cNvPicPr>
          <p:nvPr userDrawn="1"/>
        </p:nvPicPr>
        <p:blipFill>
          <a:blip r:embed="rId3"/>
          <a:stretch>
            <a:fillRect/>
          </a:stretch>
        </p:blipFill>
        <p:spPr>
          <a:xfrm>
            <a:off x="11338560" y="365760"/>
            <a:ext cx="484632" cy="58521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Figures">
    <p:spTree>
      <p:nvGrpSpPr>
        <p:cNvPr id="1" name=""/>
        <p:cNvGrpSpPr/>
        <p:nvPr/>
      </p:nvGrpSpPr>
      <p:grpSpPr>
        <a:xfrm>
          <a:off x="0" y="0"/>
          <a:ext cx="0" cy="0"/>
          <a:chOff x="0" y="0"/>
          <a:chExt cx="0" cy="0"/>
        </a:xfrm>
      </p:grpSpPr>
      <p:sp>
        <p:nvSpPr>
          <p:cNvPr id="905" name="Title"/>
          <p:cNvSpPr>
            <a:spLocks noGrp="1"/>
          </p:cNvSpPr>
          <p:nvPr>
            <p:ph type="title" hasCustomPrompt="1"/>
          </p:nvPr>
        </p:nvSpPr>
        <p:spPr>
          <a:xfrm>
            <a:off x="365760" y="640080"/>
            <a:ext cx="10789920" cy="987552"/>
          </a:xfrm>
        </p:spPr>
        <p:txBody>
          <a:bodyPr bIns="0" anchor="t">
            <a:normAutofit/>
          </a:bodyPr>
          <a:lstStyle>
            <a:lvl1pPr marL="0" indent="0" algn="l">
              <a:buNone/>
              <a:defRPr sz="3000" b="1" i="0">
                <a:solidFill>
                  <a:schemeClr val="tx1"/>
                </a:solidFill>
              </a:defRPr>
            </a:lvl1pPr>
          </a:lstStyle>
          <a:p>
            <a:r>
              <a:rPr lang="en-US" dirty="0"/>
              <a:t>Write the takeaway as a full sentence</a:t>
            </a:r>
          </a:p>
        </p:txBody>
      </p:sp>
      <p:sp>
        <p:nvSpPr>
          <p:cNvPr id="911" name="Kicker"/>
          <p:cNvSpPr>
            <a:spLocks noGrp="1"/>
          </p:cNvSpPr>
          <p:nvPr>
            <p:ph type="body" sz="quarter" idx="14" hasCustomPrompt="1"/>
          </p:nvPr>
        </p:nvSpPr>
        <p:spPr>
          <a:xfrm>
            <a:off x="365760" y="365760"/>
            <a:ext cx="10789920" cy="256032"/>
          </a:xfrm>
        </p:spPr>
        <p:txBody>
          <a:bodyPr anchor="b">
            <a:normAutofit/>
          </a:bodyPr>
          <a:lstStyle>
            <a:lvl1pPr marL="0" indent="0" algn="l">
              <a:buNone/>
              <a:defRPr sz="1200" b="1" i="0" cap="all" spc="220">
                <a:solidFill>
                  <a:schemeClr val="accent1"/>
                </a:solidFill>
              </a:defRPr>
            </a:lvl1pPr>
          </a:lstStyle>
          <a:p>
            <a:r>
              <a:rPr lang="en-US" dirty="0"/>
              <a:t>Section · scope · timeframe, not the takeaway</a:t>
            </a:r>
          </a:p>
        </p:txBody>
      </p:sp>
      <p:sp>
        <p:nvSpPr>
          <p:cNvPr id="906" name="Figure Left"/>
          <p:cNvSpPr>
            <a:spLocks noGrp="1"/>
          </p:cNvSpPr>
          <p:nvPr>
            <p:ph idx="1" hasCustomPrompt="1"/>
          </p:nvPr>
        </p:nvSpPr>
        <p:spPr>
          <a:xfrm>
            <a:off x="365760" y="1719072"/>
            <a:ext cx="5591556" cy="3355848"/>
          </a:xfrm>
        </p:spPr>
        <p:txBody>
          <a:bodyPr anchor="t">
            <a:normAutofit/>
          </a:bodyPr>
          <a:lstStyle>
            <a:lvl1pPr marL="0" indent="0" algn="l">
              <a:buNone/>
              <a:defRPr sz="1400" b="0" i="0">
                <a:solidFill>
                  <a:schemeClr val="tx1"/>
                </a:solidFill>
              </a:defRPr>
            </a:lvl1pPr>
          </a:lstStyle>
          <a:p>
            <a:r>
              <a:rPr lang="en-US" dirty="0"/>
              <a:t>Insert figure</a:t>
            </a:r>
          </a:p>
        </p:txBody>
      </p:sp>
      <p:sp>
        <p:nvSpPr>
          <p:cNvPr id="907" name="Figure Right"/>
          <p:cNvSpPr>
            <a:spLocks noGrp="1"/>
          </p:cNvSpPr>
          <p:nvPr>
            <p:ph idx="2" hasCustomPrompt="1"/>
          </p:nvPr>
        </p:nvSpPr>
        <p:spPr>
          <a:xfrm>
            <a:off x="6231636" y="1719072"/>
            <a:ext cx="5591556" cy="3355848"/>
          </a:xfrm>
        </p:spPr>
        <p:txBody>
          <a:bodyPr anchor="t">
            <a:normAutofit/>
          </a:bodyPr>
          <a:lstStyle>
            <a:lvl1pPr marL="0" indent="0" algn="l">
              <a:buNone/>
              <a:defRPr sz="1400" b="0" i="0">
                <a:solidFill>
                  <a:schemeClr val="tx1"/>
                </a:solidFill>
              </a:defRPr>
            </a:lvl1pPr>
          </a:lstStyle>
          <a:p>
            <a:r>
              <a:rPr lang="en-US" dirty="0"/>
              <a:t>Insert figure</a:t>
            </a:r>
          </a:p>
        </p:txBody>
      </p:sp>
      <p:sp>
        <p:nvSpPr>
          <p:cNvPr id="908" name="Caption Left"/>
          <p:cNvSpPr>
            <a:spLocks noGrp="1"/>
          </p:cNvSpPr>
          <p:nvPr>
            <p:ph type="body" idx="3" hasCustomPrompt="1"/>
          </p:nvPr>
        </p:nvSpPr>
        <p:spPr>
          <a:xfrm>
            <a:off x="365760" y="5138928"/>
            <a:ext cx="5591556" cy="621792"/>
          </a:xfrm>
        </p:spPr>
        <p:txBody>
          <a:bodyPr anchor="t">
            <a:normAutofit/>
          </a:bodyPr>
          <a:lstStyle>
            <a:lvl1pPr marL="0" indent="0" algn="l">
              <a:buNone/>
              <a:defRPr sz="1200" b="0" i="1">
                <a:solidFill>
                  <a:schemeClr val="tx1">
                    <a:lumMod val="75000"/>
                    <a:lumOff val="25000"/>
                  </a:schemeClr>
                </a:solidFill>
              </a:defRPr>
            </a:lvl1pPr>
          </a:lstStyle>
          <a:p>
            <a:r>
              <a:rPr lang="en-US" dirty="0"/>
              <a:t>Caption, left</a:t>
            </a:r>
          </a:p>
        </p:txBody>
      </p:sp>
      <p:sp>
        <p:nvSpPr>
          <p:cNvPr id="909" name="Caption Right"/>
          <p:cNvSpPr>
            <a:spLocks noGrp="1"/>
          </p:cNvSpPr>
          <p:nvPr>
            <p:ph type="body" idx="4" hasCustomPrompt="1"/>
          </p:nvPr>
        </p:nvSpPr>
        <p:spPr>
          <a:xfrm>
            <a:off x="6231636" y="5138928"/>
            <a:ext cx="5591556" cy="621792"/>
          </a:xfrm>
        </p:spPr>
        <p:txBody>
          <a:bodyPr anchor="t">
            <a:normAutofit/>
          </a:bodyPr>
          <a:lstStyle>
            <a:lvl1pPr marL="0" indent="0" algn="l">
              <a:buNone/>
              <a:defRPr sz="1200" b="0" i="1">
                <a:solidFill>
                  <a:schemeClr val="tx1">
                    <a:lumMod val="75000"/>
                    <a:lumOff val="25000"/>
                  </a:schemeClr>
                </a:solidFill>
              </a:defRPr>
            </a:lvl1pPr>
          </a:lstStyle>
          <a:p>
            <a:r>
              <a:rPr lang="en-US" dirty="0"/>
              <a:t>Caption, right</a:t>
            </a:r>
          </a:p>
        </p:txBody>
      </p:sp>
      <p:sp>
        <p:nvSpPr>
          <p:cNvPr id="910" name="References"/>
          <p:cNvSpPr>
            <a:spLocks noGrp="1"/>
          </p:cNvSpPr>
          <p:nvPr>
            <p:ph type="body" idx="13" hasCustomPrompt="1"/>
          </p:nvPr>
        </p:nvSpPr>
        <p:spPr>
          <a:xfrm>
            <a:off x="365760" y="5989320"/>
            <a:ext cx="11457432" cy="310896"/>
          </a:xfrm>
        </p:spPr>
        <p:txBody>
          <a:bodyPr anchor="b">
            <a:spAutoFit/>
          </a:bodyPr>
          <a:lstStyle>
            <a:lvl1pPr marL="152400" indent="-152400" algn="l">
              <a:lnSpc>
                <a:spcPct val="100000"/>
              </a:lnSpc>
              <a:spcBef>
                <a:spcPts val="0"/>
              </a:spcBef>
              <a:buFont typeface="Arial" panose="020B0604020202020204" pitchFamily="34" charset="0"/>
              <a:buAutoNum type="arabicPeriod"/>
              <a:defRPr sz="900" b="0" i="0">
                <a:solidFill>
                  <a:schemeClr val="tx1">
                    <a:lumMod val="65000"/>
                    <a:lumOff val="35000"/>
                  </a:schemeClr>
                </a:solidFill>
              </a:defRPr>
            </a:lvl1pPr>
          </a:lstStyle>
          <a:p>
            <a:r>
              <a:rPr lang="en-US" dirty="0"/>
              <a:t>References</a:t>
            </a:r>
          </a:p>
        </p:txBody>
      </p:sp>
      <p:sp>
        <p:nvSpPr>
          <p:cNvPr id="9"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fld id="{0A2F9B7E-53D5-47A3-87EF-840A764BD8FE}" type="datetime4">
              <a:rPr lang="en-US" smtClean="0"/>
              <a:t>October 26, 2026</a:t>
            </a:fld>
            <a:endParaRPr lang="en-US"/>
          </a:p>
        </p:txBody>
      </p:sp>
      <p:sp>
        <p:nvSpPr>
          <p:cNvPr id="10"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14"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pic>
        <p:nvPicPr>
          <p:cNvPr id="11" name="Imagen 10" descr="Purdue University logo"/>
          <p:cNvPicPr>
            <a:picLocks noChangeAspect="1"/>
          </p:cNvPicPr>
          <p:nvPr userDrawn="1"/>
        </p:nvPicPr>
        <p:blipFill>
          <a:blip r:embed="rId2"/>
          <a:stretch>
            <a:fillRect/>
          </a:stretch>
        </p:blipFill>
        <p:spPr>
          <a:xfrm>
            <a:off x="365760" y="6355080"/>
            <a:ext cx="1728216" cy="310896"/>
          </a:xfrm>
          <a:prstGeom prst="rect">
            <a:avLst/>
          </a:prstGeom>
        </p:spPr>
      </p:pic>
      <p:pic>
        <p:nvPicPr>
          <p:cNvPr id="12" name="Imagen 11" descr="SECQUOIA research group mark"/>
          <p:cNvPicPr>
            <a:picLocks noChangeAspect="1"/>
          </p:cNvPicPr>
          <p:nvPr userDrawn="1"/>
        </p:nvPicPr>
        <p:blipFill>
          <a:blip r:embed="rId3"/>
          <a:stretch>
            <a:fillRect/>
          </a:stretch>
        </p:blipFill>
        <p:spPr>
          <a:xfrm>
            <a:off x="11338560" y="365760"/>
            <a:ext cx="484632" cy="585216"/>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6" name="Title"/>
          <p:cNvSpPr>
            <a:spLocks noGrp="1"/>
          </p:cNvSpPr>
          <p:nvPr>
            <p:ph type="title" hasCustomPrompt="1"/>
          </p:nvPr>
        </p:nvSpPr>
        <p:spPr>
          <a:xfrm>
            <a:off x="365760" y="640080"/>
            <a:ext cx="10789920" cy="987552"/>
          </a:xfrm>
        </p:spPr>
        <p:txBody>
          <a:bodyPr bIns="0" anchor="t">
            <a:normAutofit/>
          </a:bodyPr>
          <a:lstStyle>
            <a:lvl1pPr>
              <a:defRPr sz="3000" b="1">
                <a:solidFill>
                  <a:schemeClr val="tx1"/>
                </a:solidFill>
              </a:defRPr>
            </a:lvl1pPr>
          </a:lstStyle>
          <a:p>
            <a:r>
              <a:rPr lang="en-US"/>
              <a:t>Write the takeaway as a full sentence</a:t>
            </a:r>
          </a:p>
        </p:txBody>
      </p:sp>
      <p:sp>
        <p:nvSpPr>
          <p:cNvPr id="18" name="Kicker"/>
          <p:cNvSpPr>
            <a:spLocks noGrp="1"/>
          </p:cNvSpPr>
          <p:nvPr>
            <p:ph type="body" sz="quarter" idx="14" hasCustomPrompt="1"/>
          </p:nvPr>
        </p:nvSpPr>
        <p:spPr>
          <a:xfrm>
            <a:off x="365760" y="365760"/>
            <a:ext cx="10789920" cy="256032"/>
          </a:xfrm>
        </p:spPr>
        <p:txBody>
          <a:bodyPr anchor="b">
            <a:normAutofit/>
          </a:bodyPr>
          <a:lstStyle>
            <a:lvl1pPr marL="0" indent="0" algn="l">
              <a:buNone/>
              <a:defRPr sz="1200" b="1" i="0" cap="all" spc="220">
                <a:solidFill>
                  <a:schemeClr val="accent1"/>
                </a:solidFill>
              </a:defRPr>
            </a:lvl1pPr>
          </a:lstStyle>
          <a:p>
            <a:r>
              <a:rPr lang="en-US" dirty="0"/>
              <a:t>Section · scope · timeframe, not the takeaway</a:t>
            </a:r>
          </a:p>
        </p:txBody>
      </p:sp>
      <p:sp>
        <p:nvSpPr>
          <p:cNvPr id="3" name="Picture"/>
          <p:cNvSpPr>
            <a:spLocks noGrp="1"/>
          </p:cNvSpPr>
          <p:nvPr>
            <p:ph type="pic" idx="1"/>
          </p:nvPr>
        </p:nvSpPr>
        <p:spPr>
          <a:xfrm>
            <a:off x="365760" y="1719072"/>
            <a:ext cx="7662672" cy="404164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5" name="Caption"/>
          <p:cNvSpPr>
            <a:spLocks noGrp="1"/>
          </p:cNvSpPr>
          <p:nvPr>
            <p:ph type="body" sz="half" idx="2"/>
          </p:nvPr>
        </p:nvSpPr>
        <p:spPr>
          <a:xfrm>
            <a:off x="8302752" y="1719072"/>
            <a:ext cx="3520440" cy="404164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7" name="References"/>
          <p:cNvSpPr>
            <a:spLocks noGrp="1"/>
          </p:cNvSpPr>
          <p:nvPr>
            <p:ph type="body" sz="quarter" idx="13" hasCustomPrompt="1"/>
          </p:nvPr>
        </p:nvSpPr>
        <p:spPr>
          <a:xfrm>
            <a:off x="365760" y="5989320"/>
            <a:ext cx="11457432" cy="310896"/>
          </a:xfrm>
        </p:spPr>
        <p:txBody>
          <a:bodyPr anchor="b">
            <a:spAutoFit/>
          </a:bodyPr>
          <a:lstStyle>
            <a:lvl1pPr marL="152400" indent="-152400" algn="l">
              <a:lnSpc>
                <a:spcPct val="100000"/>
              </a:lnSpc>
              <a:spcBef>
                <a:spcPts val="0"/>
              </a:spcBef>
              <a:buFont typeface="Arial" panose="020B0604020202020204" pitchFamily="34" charset="0"/>
              <a:buAutoNum type="arabicPeriod"/>
              <a:defRPr sz="900" b="0" i="0">
                <a:solidFill>
                  <a:schemeClr val="tx1">
                    <a:lumMod val="65000"/>
                    <a:lumOff val="35000"/>
                  </a:schemeClr>
                </a:solidFill>
              </a:defRPr>
            </a:lvl1pPr>
          </a:lstStyle>
          <a:p>
            <a:r>
              <a:rPr lang="en-US" dirty="0"/>
              <a:t>References</a:t>
            </a:r>
          </a:p>
        </p:txBody>
      </p:sp>
      <p:sp>
        <p:nvSpPr>
          <p:cNvPr id="7"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fld id="{748E9042-D967-4E0D-BD72-40F1A7B49BEB}" type="datetime4">
              <a:rPr lang="en-US" smtClean="0"/>
              <a:t>October 26, 2026</a:t>
            </a:fld>
            <a:endParaRPr lang="en-US"/>
          </a:p>
        </p:txBody>
      </p:sp>
      <p:sp>
        <p:nvSpPr>
          <p:cNvPr id="11"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12"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pic>
        <p:nvPicPr>
          <p:cNvPr id="13" name="Imagen 12" descr="Purdue University logo"/>
          <p:cNvPicPr>
            <a:picLocks noChangeAspect="1"/>
          </p:cNvPicPr>
          <p:nvPr userDrawn="1"/>
        </p:nvPicPr>
        <p:blipFill>
          <a:blip r:embed="rId2"/>
          <a:stretch>
            <a:fillRect/>
          </a:stretch>
        </p:blipFill>
        <p:spPr>
          <a:xfrm>
            <a:off x="365760" y="6355080"/>
            <a:ext cx="1728216" cy="310896"/>
          </a:xfrm>
          <a:prstGeom prst="rect">
            <a:avLst/>
          </a:prstGeom>
        </p:spPr>
      </p:pic>
      <p:pic>
        <p:nvPicPr>
          <p:cNvPr id="14" name="Imagen 13" descr="SECQUOIA research group mark"/>
          <p:cNvPicPr>
            <a:picLocks noChangeAspect="1"/>
          </p:cNvPicPr>
          <p:nvPr userDrawn="1"/>
        </p:nvPicPr>
        <p:blipFill>
          <a:blip r:embed="rId3"/>
          <a:stretch>
            <a:fillRect/>
          </a:stretch>
        </p:blipFill>
        <p:spPr>
          <a:xfrm>
            <a:off x="11338560" y="365760"/>
            <a:ext cx="484632" cy="585216"/>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5" name="Title"/>
          <p:cNvSpPr>
            <a:spLocks noGrp="1"/>
          </p:cNvSpPr>
          <p:nvPr>
            <p:ph type="title" hasCustomPrompt="1"/>
          </p:nvPr>
        </p:nvSpPr>
        <p:spPr>
          <a:xfrm>
            <a:off x="365760" y="640080"/>
            <a:ext cx="10789920" cy="987552"/>
          </a:xfrm>
        </p:spPr>
        <p:txBody>
          <a:bodyPr bIns="0" anchor="t">
            <a:normAutofit/>
          </a:bodyPr>
          <a:lstStyle>
            <a:lvl1pPr>
              <a:defRPr sz="3000" b="1">
                <a:solidFill>
                  <a:schemeClr val="tx1"/>
                </a:solidFill>
              </a:defRPr>
            </a:lvl1pPr>
          </a:lstStyle>
          <a:p>
            <a:r>
              <a:rPr lang="en-US"/>
              <a:t>Write the takeaway as a full sentence</a:t>
            </a:r>
          </a:p>
        </p:txBody>
      </p:sp>
      <p:sp>
        <p:nvSpPr>
          <p:cNvPr id="18" name="Kicker"/>
          <p:cNvSpPr>
            <a:spLocks noGrp="1"/>
          </p:cNvSpPr>
          <p:nvPr>
            <p:ph type="body" sz="quarter" idx="14" hasCustomPrompt="1"/>
          </p:nvPr>
        </p:nvSpPr>
        <p:spPr>
          <a:xfrm>
            <a:off x="365760" y="365760"/>
            <a:ext cx="10789920" cy="256032"/>
          </a:xfrm>
        </p:spPr>
        <p:txBody>
          <a:bodyPr anchor="b">
            <a:normAutofit/>
          </a:bodyPr>
          <a:lstStyle>
            <a:lvl1pPr marL="0" indent="0" algn="l">
              <a:buNone/>
              <a:defRPr sz="1200" b="1" i="0" cap="all" spc="220">
                <a:solidFill>
                  <a:schemeClr val="accent1"/>
                </a:solidFill>
              </a:defRPr>
            </a:lvl1pPr>
          </a:lstStyle>
          <a:p>
            <a:r>
              <a:rPr lang="en-US" dirty="0"/>
              <a:t>Section · scope · timeframe, not the takeaway</a:t>
            </a:r>
          </a:p>
        </p:txBody>
      </p:sp>
      <p:sp>
        <p:nvSpPr>
          <p:cNvPr id="3" name="Content"/>
          <p:cNvSpPr>
            <a:spLocks noGrp="1"/>
          </p:cNvSpPr>
          <p:nvPr>
            <p:ph idx="1"/>
          </p:nvPr>
        </p:nvSpPr>
        <p:spPr>
          <a:xfrm>
            <a:off x="4160520" y="1719072"/>
            <a:ext cx="7662672" cy="404164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otes"/>
          <p:cNvSpPr>
            <a:spLocks noGrp="1"/>
          </p:cNvSpPr>
          <p:nvPr>
            <p:ph type="body" sz="half" idx="2"/>
          </p:nvPr>
        </p:nvSpPr>
        <p:spPr>
          <a:xfrm>
            <a:off x="365760" y="1719072"/>
            <a:ext cx="3520440" cy="404164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7" name="References"/>
          <p:cNvSpPr>
            <a:spLocks noGrp="1"/>
          </p:cNvSpPr>
          <p:nvPr>
            <p:ph type="body" sz="quarter" idx="13" hasCustomPrompt="1"/>
          </p:nvPr>
        </p:nvSpPr>
        <p:spPr>
          <a:xfrm>
            <a:off x="365760" y="5989320"/>
            <a:ext cx="11457432" cy="310896"/>
          </a:xfrm>
        </p:spPr>
        <p:txBody>
          <a:bodyPr anchor="b">
            <a:spAutoFit/>
          </a:bodyPr>
          <a:lstStyle>
            <a:lvl1pPr marL="152400" indent="-152400" algn="l">
              <a:lnSpc>
                <a:spcPct val="100000"/>
              </a:lnSpc>
              <a:spcBef>
                <a:spcPts val="0"/>
              </a:spcBef>
              <a:buFont typeface="Arial" panose="020B0604020202020204" pitchFamily="34" charset="0"/>
              <a:buAutoNum type="arabicPeriod"/>
              <a:defRPr sz="900" b="0" i="0">
                <a:solidFill>
                  <a:schemeClr val="tx1">
                    <a:lumMod val="65000"/>
                    <a:lumOff val="35000"/>
                  </a:schemeClr>
                </a:solidFill>
              </a:defRPr>
            </a:lvl1pPr>
          </a:lstStyle>
          <a:p>
            <a:r>
              <a:rPr lang="en-US" dirty="0"/>
              <a:t>References</a:t>
            </a:r>
          </a:p>
        </p:txBody>
      </p:sp>
      <p:sp>
        <p:nvSpPr>
          <p:cNvPr id="11"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fld id="{9D94E318-0FEB-4023-B073-A9B1C70F4C44}" type="datetime4">
              <a:rPr lang="en-US" smtClean="0"/>
              <a:t>October 26, 2026</a:t>
            </a:fld>
            <a:endParaRPr lang="en-US"/>
          </a:p>
        </p:txBody>
      </p:sp>
      <p:sp>
        <p:nvSpPr>
          <p:cNvPr id="12"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16"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pic>
        <p:nvPicPr>
          <p:cNvPr id="13" name="Imagen 12" descr="Purdue University logo"/>
          <p:cNvPicPr>
            <a:picLocks noChangeAspect="1"/>
          </p:cNvPicPr>
          <p:nvPr userDrawn="1"/>
        </p:nvPicPr>
        <p:blipFill>
          <a:blip r:embed="rId2"/>
          <a:stretch>
            <a:fillRect/>
          </a:stretch>
        </p:blipFill>
        <p:spPr>
          <a:xfrm>
            <a:off x="365760" y="6355080"/>
            <a:ext cx="1728216" cy="310896"/>
          </a:xfrm>
          <a:prstGeom prst="rect">
            <a:avLst/>
          </a:prstGeom>
        </p:spPr>
      </p:pic>
      <p:pic>
        <p:nvPicPr>
          <p:cNvPr id="14" name="Imagen 13" descr="SECQUOIA research group mark"/>
          <p:cNvPicPr>
            <a:picLocks noChangeAspect="1"/>
          </p:cNvPicPr>
          <p:nvPr userDrawn="1"/>
        </p:nvPicPr>
        <p:blipFill>
          <a:blip r:embed="rId3"/>
          <a:stretch>
            <a:fillRect/>
          </a:stretch>
        </p:blipFill>
        <p:spPr>
          <a:xfrm>
            <a:off x="11338560" y="365760"/>
            <a:ext cx="484632" cy="58521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ey Result">
    <p:spTree>
      <p:nvGrpSpPr>
        <p:cNvPr id="1" name=""/>
        <p:cNvGrpSpPr/>
        <p:nvPr/>
      </p:nvGrpSpPr>
      <p:grpSpPr>
        <a:xfrm>
          <a:off x="0" y="0"/>
          <a:ext cx="0" cy="0"/>
          <a:chOff x="0" y="0"/>
          <a:chExt cx="0" cy="0"/>
        </a:xfrm>
      </p:grpSpPr>
      <p:sp>
        <p:nvSpPr>
          <p:cNvPr id="911" name="Title"/>
          <p:cNvSpPr>
            <a:spLocks noGrp="1"/>
          </p:cNvSpPr>
          <p:nvPr>
            <p:ph type="title" hasCustomPrompt="1"/>
          </p:nvPr>
        </p:nvSpPr>
        <p:spPr>
          <a:xfrm>
            <a:off x="365760" y="640080"/>
            <a:ext cx="10789920" cy="987552"/>
          </a:xfrm>
        </p:spPr>
        <p:txBody>
          <a:bodyPr bIns="0" anchor="t">
            <a:normAutofit/>
          </a:bodyPr>
          <a:lstStyle>
            <a:lvl1pPr marL="0" indent="0" algn="l">
              <a:buNone/>
              <a:defRPr sz="3000" b="1" i="0">
                <a:solidFill>
                  <a:schemeClr val="tx1"/>
                </a:solidFill>
              </a:defRPr>
            </a:lvl1pPr>
          </a:lstStyle>
          <a:p>
            <a:r>
              <a:rPr lang="en-US" dirty="0"/>
              <a:t>Write the takeaway as a full sentence</a:t>
            </a:r>
          </a:p>
        </p:txBody>
      </p:sp>
      <p:sp>
        <p:nvSpPr>
          <p:cNvPr id="916" name="Kicker"/>
          <p:cNvSpPr>
            <a:spLocks noGrp="1"/>
          </p:cNvSpPr>
          <p:nvPr>
            <p:ph type="body" sz="quarter" idx="14" hasCustomPrompt="1"/>
          </p:nvPr>
        </p:nvSpPr>
        <p:spPr>
          <a:xfrm>
            <a:off x="365760" y="365760"/>
            <a:ext cx="10789920" cy="256032"/>
          </a:xfrm>
        </p:spPr>
        <p:txBody>
          <a:bodyPr anchor="b">
            <a:normAutofit/>
          </a:bodyPr>
          <a:lstStyle>
            <a:lvl1pPr marL="0" indent="0" algn="l">
              <a:buNone/>
              <a:defRPr sz="1200" b="1" i="0" cap="all" spc="220">
                <a:solidFill>
                  <a:schemeClr val="accent1"/>
                </a:solidFill>
              </a:defRPr>
            </a:lvl1pPr>
          </a:lstStyle>
          <a:p>
            <a:r>
              <a:rPr lang="en-US" dirty="0"/>
              <a:t>Section · scope · timeframe, not the takeaway</a:t>
            </a:r>
          </a:p>
        </p:txBody>
      </p:sp>
      <p:sp>
        <p:nvSpPr>
          <p:cNvPr id="912" name="Statistic"/>
          <p:cNvSpPr>
            <a:spLocks noGrp="1"/>
          </p:cNvSpPr>
          <p:nvPr>
            <p:ph type="body" idx="1" hasCustomPrompt="1"/>
          </p:nvPr>
        </p:nvSpPr>
        <p:spPr>
          <a:xfrm>
            <a:off x="365760" y="1719072"/>
            <a:ext cx="11457432" cy="1920240"/>
          </a:xfrm>
        </p:spPr>
        <p:txBody>
          <a:bodyPr anchor="ctr">
            <a:normAutofit/>
          </a:bodyPr>
          <a:lstStyle>
            <a:lvl1pPr marL="0" indent="0" algn="ctr">
              <a:buNone/>
              <a:defRPr sz="9600" b="1" i="0">
                <a:solidFill>
                  <a:schemeClr val="tx1"/>
                </a:solidFill>
              </a:defRPr>
            </a:lvl1pPr>
          </a:lstStyle>
          <a:p>
            <a:r>
              <a:rPr lang="en-US" dirty="0"/>
              <a:t>3.2x</a:t>
            </a:r>
          </a:p>
        </p:txBody>
      </p:sp>
      <p:sp>
        <p:nvSpPr>
          <p:cNvPr id="913" name="Statistic Label"/>
          <p:cNvSpPr>
            <a:spLocks noGrp="1"/>
          </p:cNvSpPr>
          <p:nvPr>
            <p:ph type="body" idx="2" hasCustomPrompt="1"/>
          </p:nvPr>
        </p:nvSpPr>
        <p:spPr>
          <a:xfrm>
            <a:off x="365760" y="3703320"/>
            <a:ext cx="11457432" cy="731520"/>
          </a:xfrm>
        </p:spPr>
        <p:txBody>
          <a:bodyPr anchor="ctr">
            <a:normAutofit/>
          </a:bodyPr>
          <a:lstStyle>
            <a:lvl1pPr marL="0" indent="0" algn="ctr">
              <a:buNone/>
              <a:defRPr sz="2400" b="0" i="0">
                <a:solidFill>
                  <a:schemeClr val="tx1">
                    <a:lumMod val="80000"/>
                    <a:lumOff val="20000"/>
                  </a:schemeClr>
                </a:solidFill>
              </a:defRPr>
            </a:lvl1pPr>
          </a:lstStyle>
          <a:p>
            <a:r>
              <a:rPr lang="en-US" dirty="0"/>
              <a:t>What the number means</a:t>
            </a:r>
          </a:p>
        </p:txBody>
      </p:sp>
      <p:sp>
        <p:nvSpPr>
          <p:cNvPr id="914" name="Detail"/>
          <p:cNvSpPr>
            <a:spLocks noGrp="1"/>
          </p:cNvSpPr>
          <p:nvPr>
            <p:ph type="body" idx="3" hasCustomPrompt="1"/>
          </p:nvPr>
        </p:nvSpPr>
        <p:spPr>
          <a:xfrm>
            <a:off x="365760" y="4526280"/>
            <a:ext cx="11457432" cy="1234440"/>
          </a:xfrm>
        </p:spPr>
        <p:txBody>
          <a:bodyPr anchor="t">
            <a:normAutofit/>
          </a:bodyPr>
          <a:lstStyle>
            <a:lvl1pPr algn="l">
              <a:defRPr sz="1600" b="0" i="0">
                <a:solidFill>
                  <a:schemeClr val="tx1"/>
                </a:solidFill>
              </a:defRPr>
            </a:lvl1pPr>
          </a:lstStyle>
          <a:p>
            <a:r>
              <a:rPr lang="en-US" dirty="0"/>
              <a:t>Supporting detail, conditions, caveats</a:t>
            </a:r>
          </a:p>
        </p:txBody>
      </p:sp>
      <p:sp>
        <p:nvSpPr>
          <p:cNvPr id="915" name="References"/>
          <p:cNvSpPr>
            <a:spLocks noGrp="1"/>
          </p:cNvSpPr>
          <p:nvPr>
            <p:ph type="body" idx="13" hasCustomPrompt="1"/>
          </p:nvPr>
        </p:nvSpPr>
        <p:spPr>
          <a:xfrm>
            <a:off x="365760" y="5989320"/>
            <a:ext cx="11457432" cy="310896"/>
          </a:xfrm>
        </p:spPr>
        <p:txBody>
          <a:bodyPr anchor="b">
            <a:spAutoFit/>
          </a:bodyPr>
          <a:lstStyle>
            <a:lvl1pPr marL="152400" indent="-152400" algn="l">
              <a:lnSpc>
                <a:spcPct val="100000"/>
              </a:lnSpc>
              <a:spcBef>
                <a:spcPts val="0"/>
              </a:spcBef>
              <a:buFont typeface="Arial" panose="020B0604020202020204" pitchFamily="34" charset="0"/>
              <a:buAutoNum type="arabicPeriod"/>
              <a:defRPr sz="900" b="0" i="0">
                <a:solidFill>
                  <a:schemeClr val="tx1">
                    <a:lumMod val="65000"/>
                    <a:lumOff val="35000"/>
                  </a:schemeClr>
                </a:solidFill>
              </a:defRPr>
            </a:lvl1pPr>
          </a:lstStyle>
          <a:p>
            <a:r>
              <a:rPr lang="en-US" dirty="0"/>
              <a:t>References</a:t>
            </a:r>
          </a:p>
        </p:txBody>
      </p:sp>
      <p:sp>
        <p:nvSpPr>
          <p:cNvPr id="9"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fld id="{0A2F9B7E-53D5-47A3-87EF-840A764BD8FE}" type="datetime4">
              <a:rPr lang="en-US" smtClean="0"/>
              <a:t>October 26, 2026</a:t>
            </a:fld>
            <a:endParaRPr lang="en-US"/>
          </a:p>
        </p:txBody>
      </p:sp>
      <p:sp>
        <p:nvSpPr>
          <p:cNvPr id="10"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14"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pic>
        <p:nvPicPr>
          <p:cNvPr id="11" name="Imagen 10" descr="Purdue University logo"/>
          <p:cNvPicPr>
            <a:picLocks noChangeAspect="1"/>
          </p:cNvPicPr>
          <p:nvPr userDrawn="1"/>
        </p:nvPicPr>
        <p:blipFill>
          <a:blip r:embed="rId2"/>
          <a:stretch>
            <a:fillRect/>
          </a:stretch>
        </p:blipFill>
        <p:spPr>
          <a:xfrm>
            <a:off x="365760" y="6355080"/>
            <a:ext cx="1728216" cy="310896"/>
          </a:xfrm>
          <a:prstGeom prst="rect">
            <a:avLst/>
          </a:prstGeom>
        </p:spPr>
      </p:pic>
      <p:pic>
        <p:nvPicPr>
          <p:cNvPr id="12" name="Imagen 11" descr="SECQUOIA research group mark"/>
          <p:cNvPicPr>
            <a:picLocks noChangeAspect="1"/>
          </p:cNvPicPr>
          <p:nvPr userDrawn="1"/>
        </p:nvPicPr>
        <p:blipFill>
          <a:blip r:embed="rId3"/>
          <a:stretch>
            <a:fillRect/>
          </a:stretch>
        </p:blipFill>
        <p:spPr>
          <a:xfrm>
            <a:off x="11338560" y="365760"/>
            <a:ext cx="484632" cy="585216"/>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rmulation">
    <p:spTree>
      <p:nvGrpSpPr>
        <p:cNvPr id="1" name=""/>
        <p:cNvGrpSpPr/>
        <p:nvPr/>
      </p:nvGrpSpPr>
      <p:grpSpPr>
        <a:xfrm>
          <a:off x="0" y="0"/>
          <a:ext cx="0" cy="0"/>
          <a:chOff x="0" y="0"/>
          <a:chExt cx="0" cy="0"/>
        </a:xfrm>
      </p:grpSpPr>
      <p:sp>
        <p:nvSpPr>
          <p:cNvPr id="916" name="Title"/>
          <p:cNvSpPr>
            <a:spLocks noGrp="1"/>
          </p:cNvSpPr>
          <p:nvPr>
            <p:ph type="title" hasCustomPrompt="1"/>
          </p:nvPr>
        </p:nvSpPr>
        <p:spPr>
          <a:xfrm>
            <a:off x="365760" y="640080"/>
            <a:ext cx="10789920" cy="987552"/>
          </a:xfrm>
        </p:spPr>
        <p:txBody>
          <a:bodyPr bIns="0" anchor="t">
            <a:normAutofit/>
          </a:bodyPr>
          <a:lstStyle>
            <a:lvl1pPr marL="0" indent="0" algn="l">
              <a:buNone/>
              <a:defRPr sz="3000" b="1" i="0">
                <a:solidFill>
                  <a:schemeClr val="tx1"/>
                </a:solidFill>
              </a:defRPr>
            </a:lvl1pPr>
          </a:lstStyle>
          <a:p>
            <a:r>
              <a:rPr lang="en-US" dirty="0"/>
              <a:t>Write the takeaway as a full sentence</a:t>
            </a:r>
          </a:p>
        </p:txBody>
      </p:sp>
      <p:sp>
        <p:nvSpPr>
          <p:cNvPr id="920" name="Kicker"/>
          <p:cNvSpPr>
            <a:spLocks noGrp="1"/>
          </p:cNvSpPr>
          <p:nvPr>
            <p:ph type="body" sz="quarter" idx="14" hasCustomPrompt="1"/>
          </p:nvPr>
        </p:nvSpPr>
        <p:spPr>
          <a:xfrm>
            <a:off x="365760" y="365760"/>
            <a:ext cx="10789920" cy="256032"/>
          </a:xfrm>
        </p:spPr>
        <p:txBody>
          <a:bodyPr anchor="b">
            <a:normAutofit/>
          </a:bodyPr>
          <a:lstStyle>
            <a:lvl1pPr marL="0" indent="0" algn="l">
              <a:buNone/>
              <a:defRPr sz="1200" b="1" i="0" cap="all" spc="220">
                <a:solidFill>
                  <a:schemeClr val="accent1"/>
                </a:solidFill>
              </a:defRPr>
            </a:lvl1pPr>
          </a:lstStyle>
          <a:p>
            <a:r>
              <a:rPr lang="en-US" dirty="0"/>
              <a:t>Section · scope · timeframe, not the takeaway</a:t>
            </a:r>
          </a:p>
        </p:txBody>
      </p:sp>
      <p:sp>
        <p:nvSpPr>
          <p:cNvPr id="917" name="Model"/>
          <p:cNvSpPr>
            <a:spLocks noGrp="1"/>
          </p:cNvSpPr>
          <p:nvPr>
            <p:ph idx="1" hasCustomPrompt="1"/>
          </p:nvPr>
        </p:nvSpPr>
        <p:spPr>
          <a:xfrm>
            <a:off x="1097280" y="1719072"/>
            <a:ext cx="9994392" cy="3264408"/>
          </a:xfrm>
        </p:spPr>
        <p:txBody>
          <a:bodyPr anchor="ctr">
            <a:normAutofit/>
          </a:bodyPr>
          <a:lstStyle>
            <a:lvl1pPr marL="0" indent="0" algn="ctr">
              <a:lnSpc>
                <a:spcPct val="130000"/>
              </a:lnSpc>
              <a:buNone/>
              <a:defRPr sz="2000" b="0" i="0">
                <a:solidFill>
                  <a:schemeClr val="tx1"/>
                </a:solidFill>
              </a:defRPr>
            </a:lvl1pPr>
          </a:lstStyle>
          <a:p>
            <a:r>
              <a:rPr lang="en-US" dirty="0"/>
              <a:t>Paste the formulation here</a:t>
            </a:r>
          </a:p>
        </p:txBody>
      </p:sp>
      <p:sp>
        <p:nvSpPr>
          <p:cNvPr id="918" name="Where Clause"/>
          <p:cNvSpPr>
            <a:spLocks noGrp="1"/>
          </p:cNvSpPr>
          <p:nvPr>
            <p:ph type="body" idx="2" hasCustomPrompt="1"/>
          </p:nvPr>
        </p:nvSpPr>
        <p:spPr>
          <a:xfrm>
            <a:off x="1097280" y="5074920"/>
            <a:ext cx="9994392" cy="685800"/>
          </a:xfrm>
        </p:spPr>
        <p:txBody>
          <a:bodyPr anchor="t">
            <a:normAutofit/>
          </a:bodyPr>
          <a:lstStyle>
            <a:lvl1pPr marL="0" indent="0" algn="l">
              <a:buNone/>
              <a:defRPr sz="1400" b="0" i="0">
                <a:solidFill>
                  <a:schemeClr val="tx1">
                    <a:lumMod val="75000"/>
                    <a:lumOff val="25000"/>
                  </a:schemeClr>
                </a:solidFill>
              </a:defRPr>
            </a:lvl1pPr>
          </a:lstStyle>
          <a:p>
            <a:r>
              <a:rPr lang="en-US" dirty="0"/>
              <a:t>where: define sets, parameters, variables</a:t>
            </a:r>
          </a:p>
        </p:txBody>
      </p:sp>
      <p:sp>
        <p:nvSpPr>
          <p:cNvPr id="919" name="References"/>
          <p:cNvSpPr>
            <a:spLocks noGrp="1"/>
          </p:cNvSpPr>
          <p:nvPr>
            <p:ph type="body" idx="13" hasCustomPrompt="1"/>
          </p:nvPr>
        </p:nvSpPr>
        <p:spPr>
          <a:xfrm>
            <a:off x="365760" y="5989320"/>
            <a:ext cx="11457432" cy="310896"/>
          </a:xfrm>
        </p:spPr>
        <p:txBody>
          <a:bodyPr anchor="b">
            <a:spAutoFit/>
          </a:bodyPr>
          <a:lstStyle>
            <a:lvl1pPr marL="152400" indent="-152400" algn="l">
              <a:lnSpc>
                <a:spcPct val="100000"/>
              </a:lnSpc>
              <a:spcBef>
                <a:spcPts val="0"/>
              </a:spcBef>
              <a:buFont typeface="Arial" panose="020B0604020202020204" pitchFamily="34" charset="0"/>
              <a:buAutoNum type="arabicPeriod"/>
              <a:defRPr sz="900" b="0" i="0">
                <a:solidFill>
                  <a:schemeClr val="tx1">
                    <a:lumMod val="65000"/>
                    <a:lumOff val="35000"/>
                  </a:schemeClr>
                </a:solidFill>
              </a:defRPr>
            </a:lvl1pPr>
          </a:lstStyle>
          <a:p>
            <a:r>
              <a:rPr lang="en-US" dirty="0"/>
              <a:t>References</a:t>
            </a:r>
          </a:p>
        </p:txBody>
      </p:sp>
      <p:sp>
        <p:nvSpPr>
          <p:cNvPr id="9"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fld id="{0A2F9B7E-53D5-47A3-87EF-840A764BD8FE}" type="datetime4">
              <a:rPr lang="en-US" smtClean="0"/>
              <a:t>October 26, 2026</a:t>
            </a:fld>
            <a:endParaRPr lang="en-US"/>
          </a:p>
        </p:txBody>
      </p:sp>
      <p:sp>
        <p:nvSpPr>
          <p:cNvPr id="10"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14"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pic>
        <p:nvPicPr>
          <p:cNvPr id="11" name="Imagen 10" descr="Purdue University logo"/>
          <p:cNvPicPr>
            <a:picLocks noChangeAspect="1"/>
          </p:cNvPicPr>
          <p:nvPr userDrawn="1"/>
        </p:nvPicPr>
        <p:blipFill>
          <a:blip r:embed="rId2"/>
          <a:stretch>
            <a:fillRect/>
          </a:stretch>
        </p:blipFill>
        <p:spPr>
          <a:xfrm>
            <a:off x="365760" y="6355080"/>
            <a:ext cx="1728216" cy="310896"/>
          </a:xfrm>
          <a:prstGeom prst="rect">
            <a:avLst/>
          </a:prstGeom>
        </p:spPr>
      </p:pic>
      <p:pic>
        <p:nvPicPr>
          <p:cNvPr id="12" name="Imagen 11" descr="SECQUOIA research group mark"/>
          <p:cNvPicPr>
            <a:picLocks noChangeAspect="1"/>
          </p:cNvPicPr>
          <p:nvPr userDrawn="1"/>
        </p:nvPicPr>
        <p:blipFill>
          <a:blip r:embed="rId3"/>
          <a:stretch>
            <a:fillRect/>
          </a:stretch>
        </p:blipFill>
        <p:spPr>
          <a:xfrm>
            <a:off x="11338560" y="365760"/>
            <a:ext cx="484632" cy="585216"/>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p:cNvSpPr>
            <a:spLocks noGrp="1"/>
          </p:cNvSpPr>
          <p:nvPr>
            <p:ph type="title" hasCustomPrompt="1"/>
          </p:nvPr>
        </p:nvSpPr>
        <p:spPr>
          <a:xfrm>
            <a:off x="365760" y="640080"/>
            <a:ext cx="10789920" cy="987552"/>
          </a:xfrm>
        </p:spPr>
        <p:txBody>
          <a:bodyPr bIns="0" anchor="t">
            <a:normAutofit/>
          </a:bodyPr>
          <a:lstStyle>
            <a:lvl1pPr>
              <a:defRPr sz="3000" b="1">
                <a:solidFill>
                  <a:schemeClr val="tx1"/>
                </a:solidFill>
              </a:defRPr>
            </a:lvl1pPr>
          </a:lstStyle>
          <a:p>
            <a:r>
              <a:rPr lang="en-US"/>
              <a:t>Write the takeaway as a full sentence</a:t>
            </a:r>
          </a:p>
        </p:txBody>
      </p:sp>
      <p:sp>
        <p:nvSpPr>
          <p:cNvPr id="16" name="Kicker"/>
          <p:cNvSpPr>
            <a:spLocks noGrp="1"/>
          </p:cNvSpPr>
          <p:nvPr>
            <p:ph type="body" sz="quarter" idx="14" hasCustomPrompt="1"/>
          </p:nvPr>
        </p:nvSpPr>
        <p:spPr>
          <a:xfrm>
            <a:off x="365760" y="365760"/>
            <a:ext cx="10789920" cy="256032"/>
          </a:xfrm>
        </p:spPr>
        <p:txBody>
          <a:bodyPr anchor="b">
            <a:normAutofit/>
          </a:bodyPr>
          <a:lstStyle>
            <a:lvl1pPr marL="0" indent="0" algn="l">
              <a:buNone/>
              <a:defRPr sz="1200" b="1" i="0" cap="all" spc="220">
                <a:solidFill>
                  <a:schemeClr val="accent1"/>
                </a:solidFill>
              </a:defRPr>
            </a:lvl1pPr>
          </a:lstStyle>
          <a:p>
            <a:r>
              <a:rPr lang="en-US" dirty="0"/>
              <a:t>Section · scope · timeframe, not the takeaway</a:t>
            </a:r>
          </a:p>
        </p:txBody>
      </p:sp>
      <p:sp>
        <p:nvSpPr>
          <p:cNvPr id="15" name="References"/>
          <p:cNvSpPr>
            <a:spLocks noGrp="1"/>
          </p:cNvSpPr>
          <p:nvPr>
            <p:ph type="body" sz="quarter" idx="13" hasCustomPrompt="1"/>
          </p:nvPr>
        </p:nvSpPr>
        <p:spPr>
          <a:xfrm>
            <a:off x="365760" y="5989320"/>
            <a:ext cx="11457432" cy="310896"/>
          </a:xfrm>
        </p:spPr>
        <p:txBody>
          <a:bodyPr anchor="b">
            <a:spAutoFit/>
          </a:bodyPr>
          <a:lstStyle>
            <a:lvl1pPr marL="152400" indent="-152400" algn="l">
              <a:lnSpc>
                <a:spcPct val="100000"/>
              </a:lnSpc>
              <a:spcBef>
                <a:spcPts val="0"/>
              </a:spcBef>
              <a:buFont typeface="Arial" panose="020B0604020202020204" pitchFamily="34" charset="0"/>
              <a:buAutoNum type="arabicPeriod"/>
              <a:defRPr sz="900" b="0" i="0">
                <a:solidFill>
                  <a:schemeClr val="tx1">
                    <a:lumMod val="65000"/>
                    <a:lumOff val="35000"/>
                  </a:schemeClr>
                </a:solidFill>
              </a:defRPr>
            </a:lvl1pPr>
          </a:lstStyle>
          <a:p>
            <a:r>
              <a:rPr lang="en-US" dirty="0"/>
              <a:t>References</a:t>
            </a:r>
          </a:p>
        </p:txBody>
      </p:sp>
      <p:sp>
        <p:nvSpPr>
          <p:cNvPr id="9"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fld id="{0A2F9B7E-53D5-47A3-87EF-840A764BD8FE}" type="datetime4">
              <a:rPr lang="en-US" smtClean="0"/>
              <a:t>October 26, 2026</a:t>
            </a:fld>
            <a:endParaRPr lang="en-US"/>
          </a:p>
        </p:txBody>
      </p:sp>
      <p:sp>
        <p:nvSpPr>
          <p:cNvPr id="10"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14"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pic>
        <p:nvPicPr>
          <p:cNvPr id="11" name="Imagen 10" descr="Purdue University logo"/>
          <p:cNvPicPr>
            <a:picLocks noChangeAspect="1"/>
          </p:cNvPicPr>
          <p:nvPr userDrawn="1"/>
        </p:nvPicPr>
        <p:blipFill>
          <a:blip r:embed="rId2"/>
          <a:stretch>
            <a:fillRect/>
          </a:stretch>
        </p:blipFill>
        <p:spPr>
          <a:xfrm>
            <a:off x="365760" y="6355080"/>
            <a:ext cx="1728216" cy="310896"/>
          </a:xfrm>
          <a:prstGeom prst="rect">
            <a:avLst/>
          </a:prstGeom>
        </p:spPr>
      </p:pic>
      <p:pic>
        <p:nvPicPr>
          <p:cNvPr id="12" name="Imagen 11" descr="SECQUOIA research group mark"/>
          <p:cNvPicPr>
            <a:picLocks noChangeAspect="1"/>
          </p:cNvPicPr>
          <p:nvPr userDrawn="1"/>
        </p:nvPicPr>
        <p:blipFill>
          <a:blip r:embed="rId3"/>
          <a:stretch>
            <a:fillRect/>
          </a:stretch>
        </p:blipFill>
        <p:spPr>
          <a:xfrm>
            <a:off x="11338560" y="365760"/>
            <a:ext cx="484632" cy="58521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3"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fld id="{33797186-0E7D-451C-BD31-2F3D5F0161F2}" type="datetime4">
              <a:rPr lang="en-US" smtClean="0"/>
              <a:t>October 26, 2026</a:t>
            </a:fld>
            <a:endParaRPr lang="en-US"/>
          </a:p>
        </p:txBody>
      </p:sp>
      <p:sp>
        <p:nvSpPr>
          <p:cNvPr id="14"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15"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pic>
        <p:nvPicPr>
          <p:cNvPr id="10" name="Imagen 9" descr="Purdue University logo"/>
          <p:cNvPicPr>
            <a:picLocks noChangeAspect="1"/>
          </p:cNvPicPr>
          <p:nvPr userDrawn="1"/>
        </p:nvPicPr>
        <p:blipFill>
          <a:blip r:embed="rId2"/>
          <a:stretch>
            <a:fillRect/>
          </a:stretch>
        </p:blipFill>
        <p:spPr>
          <a:xfrm>
            <a:off x="365760" y="6355080"/>
            <a:ext cx="1728216" cy="310896"/>
          </a:xfrm>
          <a:prstGeom prst="rect">
            <a:avLst/>
          </a:prstGeom>
        </p:spPr>
      </p:pic>
      <p:pic>
        <p:nvPicPr>
          <p:cNvPr id="11" name="Imagen 10" descr="SECQUOIA research group mark"/>
          <p:cNvPicPr>
            <a:picLocks noChangeAspect="1"/>
          </p:cNvPicPr>
          <p:nvPr userDrawn="1"/>
        </p:nvPicPr>
        <p:blipFill>
          <a:blip r:embed="rId3"/>
          <a:stretch>
            <a:fillRect/>
          </a:stretch>
        </p:blipFill>
        <p:spPr>
          <a:xfrm>
            <a:off x="11338560" y="365760"/>
            <a:ext cx="484632" cy="585216"/>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 Divider">
    <p:spTree>
      <p:nvGrpSpPr>
        <p:cNvPr id="1" name=""/>
        <p:cNvGrpSpPr/>
        <p:nvPr/>
      </p:nvGrpSpPr>
      <p:grpSpPr>
        <a:xfrm>
          <a:off x="0" y="0"/>
          <a:ext cx="0" cy="0"/>
          <a:chOff x="0" y="0"/>
          <a:chExt cx="0" cy="0"/>
        </a:xfrm>
      </p:grpSpPr>
      <p:sp>
        <p:nvSpPr>
          <p:cNvPr id="920" name="Backdrop 920"/>
          <p:cNvSpPr/>
          <p:nvPr userDrawn="1"/>
        </p:nvSpPr>
        <p:spPr>
          <a:xfrm>
            <a:off x="0" y="0"/>
            <a:ext cx="12191970" cy="6858000"/>
          </a:xfrm>
          <a:prstGeom prst="rect">
            <a:avLst/>
          </a:prstGeom>
          <a:solidFill>
            <a:schemeClr val="tx1"/>
          </a:solidFill>
          <a:ln>
            <a:noFill/>
          </a:ln>
        </p:spPr>
        <p:txBody>
          <a:bodyPr/>
          <a:lstStyle/>
          <a:p>
            <a:endParaRPr lang="en-US"/>
          </a:p>
        </p:txBody>
      </p:sp>
      <p:sp>
        <p:nvSpPr>
          <p:cNvPr id="921" name="Title"/>
          <p:cNvSpPr>
            <a:spLocks noGrp="1"/>
          </p:cNvSpPr>
          <p:nvPr>
            <p:ph type="title" hasCustomPrompt="1"/>
          </p:nvPr>
        </p:nvSpPr>
        <p:spPr>
          <a:xfrm>
            <a:off x="914400" y="2606040"/>
            <a:ext cx="10360152" cy="1143000"/>
          </a:xfrm>
        </p:spPr>
        <p:txBody>
          <a:bodyPr anchor="b">
            <a:normAutofit/>
          </a:bodyPr>
          <a:lstStyle>
            <a:lvl1pPr marL="0" indent="0" algn="l">
              <a:buNone/>
              <a:defRPr sz="4000" b="1" i="0">
                <a:solidFill>
                  <a:schemeClr val="tx2"/>
                </a:solidFill>
              </a:defRPr>
            </a:lvl1pPr>
          </a:lstStyle>
          <a:p>
            <a:r>
              <a:rPr lang="en-US" dirty="0"/>
              <a:t>Appendix</a:t>
            </a:r>
          </a:p>
        </p:txBody>
      </p:sp>
      <p:sp>
        <p:nvSpPr>
          <p:cNvPr id="922" name="Note"/>
          <p:cNvSpPr>
            <a:spLocks noGrp="1"/>
          </p:cNvSpPr>
          <p:nvPr>
            <p:ph type="body" idx="1" hasCustomPrompt="1"/>
          </p:nvPr>
        </p:nvSpPr>
        <p:spPr>
          <a:xfrm>
            <a:off x="914400" y="3840480"/>
            <a:ext cx="10360152" cy="777240"/>
          </a:xfrm>
        </p:spPr>
        <p:txBody>
          <a:bodyPr anchor="t">
            <a:normAutofit/>
          </a:bodyPr>
          <a:lstStyle>
            <a:lvl1pPr marL="0" indent="0" algn="l">
              <a:buNone/>
              <a:defRPr sz="1800" b="0" i="0">
                <a:solidFill>
                  <a:schemeClr val="bg1">
                    <a:lumMod val="85000"/>
                  </a:schemeClr>
                </a:solidFill>
              </a:defRPr>
            </a:lvl1pPr>
          </a:lstStyle>
          <a:p>
            <a:r>
              <a:rPr lang="en-US" dirty="0"/>
              <a:t>Backup slides</a:t>
            </a:r>
          </a:p>
        </p:txBody>
      </p:sp>
      <p:pic>
        <p:nvPicPr>
          <p:cNvPr id="923" name="Picture 923" descr="SECQUOIA research group wordmark"/>
          <p:cNvPicPr>
            <a:picLocks noChangeAspect="1"/>
          </p:cNvPicPr>
          <p:nvPr userDrawn="1"/>
        </p:nvPicPr>
        <p:blipFill>
          <a:blip r:embed="rId2"/>
          <a:stretch>
            <a:fillRect/>
          </a:stretch>
        </p:blipFill>
        <p:spPr>
          <a:xfrm>
            <a:off x="914400" y="5989320"/>
            <a:ext cx="1572768" cy="246888"/>
          </a:xfrm>
          <a:prstGeom prst="rect">
            <a:avLst/>
          </a:prstGeom>
        </p:spPr>
      </p:pic>
      <p:sp>
        <p:nvSpPr>
          <p:cNvPr id="924" name="Slide Number"/>
          <p:cNvSpPr>
            <a:spLocks noGrp="1"/>
          </p:cNvSpPr>
          <p:nvPr>
            <p:ph type="sldNum" sz="quarter" idx="12"/>
          </p:nvPr>
        </p:nvSpPr>
        <p:spPr>
          <a:xfrm>
            <a:off x="11100816" y="6355080"/>
            <a:ext cx="722376" cy="365760"/>
          </a:xfrm>
        </p:spPr>
        <p:txBody>
          <a:bodyPr anchor="ctr"/>
          <a:lstStyle>
            <a:lvl1pPr algn="r">
              <a:defRPr sz="1200">
                <a:solidFill>
                  <a:schemeClr val="bg1">
                    <a:lumMod val="70000"/>
                  </a:schemeClr>
                </a:solidFill>
              </a:defRPr>
            </a:lvl1pPr>
          </a:lstStyle>
          <a:p>
            <a:fld id="{A41831D9-926B-4302-A6F7-54B31F00B9E1}"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cknowledgments">
    <p:spTree>
      <p:nvGrpSpPr>
        <p:cNvPr id="1" name=""/>
        <p:cNvGrpSpPr/>
        <p:nvPr/>
      </p:nvGrpSpPr>
      <p:grpSpPr>
        <a:xfrm>
          <a:off x="0" y="0"/>
          <a:ext cx="0" cy="0"/>
          <a:chOff x="0" y="0"/>
          <a:chExt cx="0" cy="0"/>
        </a:xfrm>
      </p:grpSpPr>
      <p:sp>
        <p:nvSpPr>
          <p:cNvPr id="925" name="Title"/>
          <p:cNvSpPr>
            <a:spLocks noGrp="1"/>
          </p:cNvSpPr>
          <p:nvPr>
            <p:ph type="title" hasCustomPrompt="1"/>
          </p:nvPr>
        </p:nvSpPr>
        <p:spPr>
          <a:xfrm>
            <a:off x="365760" y="640080"/>
            <a:ext cx="10789920" cy="987552"/>
          </a:xfrm>
        </p:spPr>
        <p:txBody>
          <a:bodyPr anchor="ctr">
            <a:normAutofit/>
          </a:bodyPr>
          <a:lstStyle>
            <a:lvl1pPr marL="0" indent="0" algn="l">
              <a:buNone/>
              <a:defRPr sz="3000" b="1" i="0">
                <a:solidFill>
                  <a:schemeClr val="tx1"/>
                </a:solidFill>
              </a:defRPr>
            </a:lvl1pPr>
          </a:lstStyle>
          <a:p>
            <a:r>
              <a:rPr lang="en-US" dirty="0"/>
              <a:t>Acknowledgments</a:t>
            </a:r>
          </a:p>
        </p:txBody>
      </p:sp>
      <p:sp>
        <p:nvSpPr>
          <p:cNvPr id="929" name="Kicker"/>
          <p:cNvSpPr>
            <a:spLocks noGrp="1"/>
          </p:cNvSpPr>
          <p:nvPr>
            <p:ph type="body" sz="quarter" idx="14" hasCustomPrompt="1"/>
          </p:nvPr>
        </p:nvSpPr>
        <p:spPr>
          <a:xfrm>
            <a:off x="365760" y="365760"/>
            <a:ext cx="10789920" cy="256032"/>
          </a:xfrm>
        </p:spPr>
        <p:txBody>
          <a:bodyPr anchor="b">
            <a:normAutofit/>
          </a:bodyPr>
          <a:lstStyle>
            <a:lvl1pPr marL="0" indent="0" algn="l">
              <a:buNone/>
              <a:defRPr sz="1200" b="1" i="0" cap="all" spc="220">
                <a:solidFill>
                  <a:schemeClr val="accent1"/>
                </a:solidFill>
              </a:defRPr>
            </a:lvl1pPr>
          </a:lstStyle>
          <a:p>
            <a:r>
              <a:rPr lang="en-US" dirty="0"/>
              <a:t>Section · scope · timeframe, not the takeaway</a:t>
            </a:r>
          </a:p>
        </p:txBody>
      </p:sp>
      <p:sp>
        <p:nvSpPr>
          <p:cNvPr id="926" name="People"/>
          <p:cNvSpPr>
            <a:spLocks noGrp="1"/>
          </p:cNvSpPr>
          <p:nvPr>
            <p:ph type="body" idx="1" hasCustomPrompt="1"/>
          </p:nvPr>
        </p:nvSpPr>
        <p:spPr>
          <a:xfrm>
            <a:off x="365760" y="1719072"/>
            <a:ext cx="5591556" cy="3355848"/>
          </a:xfrm>
        </p:spPr>
        <p:txBody>
          <a:bodyPr anchor="t">
            <a:normAutofit/>
          </a:bodyPr>
          <a:lstStyle>
            <a:lvl1pPr algn="l">
              <a:defRPr sz="1600" b="0" i="0">
                <a:solidFill>
                  <a:schemeClr val="tx1"/>
                </a:solidFill>
              </a:defRPr>
            </a:lvl1pPr>
          </a:lstStyle>
          <a:p>
            <a:r>
              <a:rPr lang="en-US" dirty="0"/>
              <a:t>Collaborators, students, co-authors</a:t>
            </a:r>
          </a:p>
        </p:txBody>
      </p:sp>
      <p:sp>
        <p:nvSpPr>
          <p:cNvPr id="927" name="Photo"/>
          <p:cNvSpPr>
            <a:spLocks noGrp="1"/>
          </p:cNvSpPr>
          <p:nvPr>
            <p:ph idx="2" hasCustomPrompt="1"/>
          </p:nvPr>
        </p:nvSpPr>
        <p:spPr>
          <a:xfrm>
            <a:off x="6231636" y="1719072"/>
            <a:ext cx="5591556" cy="3355848"/>
          </a:xfrm>
        </p:spPr>
        <p:txBody>
          <a:bodyPr anchor="t">
            <a:normAutofit/>
          </a:bodyPr>
          <a:lstStyle>
            <a:lvl1pPr marL="0" indent="0" algn="l">
              <a:buNone/>
              <a:defRPr sz="1400" b="0" i="0">
                <a:solidFill>
                  <a:schemeClr val="tx1"/>
                </a:solidFill>
              </a:defRPr>
            </a:lvl1pPr>
          </a:lstStyle>
          <a:p>
            <a:r>
              <a:rPr lang="en-US" dirty="0"/>
              <a:t>Group photo</a:t>
            </a:r>
          </a:p>
        </p:txBody>
      </p:sp>
      <p:sp>
        <p:nvSpPr>
          <p:cNvPr id="928" name="Funding"/>
          <p:cNvSpPr>
            <a:spLocks noGrp="1"/>
          </p:cNvSpPr>
          <p:nvPr>
            <p:ph idx="3" hasCustomPrompt="1"/>
          </p:nvPr>
        </p:nvSpPr>
        <p:spPr>
          <a:xfrm>
            <a:off x="365760" y="5166360"/>
            <a:ext cx="11457432" cy="914400"/>
          </a:xfrm>
        </p:spPr>
        <p:txBody>
          <a:bodyPr anchor="t">
            <a:normAutofit/>
          </a:bodyPr>
          <a:lstStyle>
            <a:lvl1pPr marL="0" indent="0" algn="l">
              <a:buNone/>
              <a:defRPr sz="1200" b="0" i="0">
                <a:solidFill>
                  <a:schemeClr val="tx1">
                    <a:lumMod val="75000"/>
                    <a:lumOff val="25000"/>
                  </a:schemeClr>
                </a:solidFill>
              </a:defRPr>
            </a:lvl1pPr>
          </a:lstStyle>
          <a:p>
            <a:r>
              <a:rPr lang="en-US" dirty="0"/>
              <a:t>Funding acknowledgment and funder logos</a:t>
            </a:r>
          </a:p>
        </p:txBody>
      </p:sp>
      <p:sp>
        <p:nvSpPr>
          <p:cNvPr id="9"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fld id="{0A2F9B7E-53D5-47A3-87EF-840A764BD8FE}" type="datetime4">
              <a:rPr lang="en-US" smtClean="0"/>
              <a:t>October 26, 2026</a:t>
            </a:fld>
            <a:endParaRPr lang="en-US"/>
          </a:p>
        </p:txBody>
      </p:sp>
      <p:sp>
        <p:nvSpPr>
          <p:cNvPr id="10"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14"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pic>
        <p:nvPicPr>
          <p:cNvPr id="11" name="Imagen 10" descr="Purdue University logo"/>
          <p:cNvPicPr>
            <a:picLocks noChangeAspect="1"/>
          </p:cNvPicPr>
          <p:nvPr userDrawn="1"/>
        </p:nvPicPr>
        <p:blipFill>
          <a:blip r:embed="rId2"/>
          <a:stretch>
            <a:fillRect/>
          </a:stretch>
        </p:blipFill>
        <p:spPr>
          <a:xfrm>
            <a:off x="365760" y="6355080"/>
            <a:ext cx="1728216" cy="310896"/>
          </a:xfrm>
          <a:prstGeom prst="rect">
            <a:avLst/>
          </a:prstGeom>
        </p:spPr>
      </p:pic>
      <p:pic>
        <p:nvPicPr>
          <p:cNvPr id="12" name="Imagen 11" descr="SECQUOIA research group mark"/>
          <p:cNvPicPr>
            <a:picLocks noChangeAspect="1"/>
          </p:cNvPicPr>
          <p:nvPr userDrawn="1"/>
        </p:nvPicPr>
        <p:blipFill>
          <a:blip r:embed="rId3"/>
          <a:stretch>
            <a:fillRect/>
          </a:stretch>
        </p:blipFill>
        <p:spPr>
          <a:xfrm>
            <a:off x="11338560" y="365760"/>
            <a:ext cx="484632" cy="585216"/>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 and Contact">
    <p:spTree>
      <p:nvGrpSpPr>
        <p:cNvPr id="1" name=""/>
        <p:cNvGrpSpPr/>
        <p:nvPr/>
      </p:nvGrpSpPr>
      <p:grpSpPr>
        <a:xfrm>
          <a:off x="0" y="0"/>
          <a:ext cx="0" cy="0"/>
          <a:chOff x="0" y="0"/>
          <a:chExt cx="0" cy="0"/>
        </a:xfrm>
      </p:grpSpPr>
      <p:pic>
        <p:nvPicPr>
          <p:cNvPr id="23" name="Imagen 22" descr="Purdue campus, Engineering Fountain and the Bell Tower"/>
          <p:cNvPicPr>
            <a:picLocks noChangeAspect="1"/>
          </p:cNvPicPr>
          <p:nvPr userDrawn="1"/>
        </p:nvPicPr>
        <p:blipFill rotWithShape="1">
          <a:blip r:embed="rId2"/>
          <a:srcRect l="6250" b="23453"/>
          <a:stretch/>
        </p:blipFill>
        <p:spPr>
          <a:xfrm>
            <a:off x="307649" y="1397894"/>
            <a:ext cx="11477001" cy="5271219"/>
          </a:xfrm>
          <a:prstGeom prst="rect">
            <a:avLst/>
          </a:prstGeom>
        </p:spPr>
      </p:pic>
      <p:sp>
        <p:nvSpPr>
          <p:cNvPr id="24" name="Rectángulo 23"/>
          <p:cNvSpPr/>
          <p:nvPr userDrawn="1"/>
        </p:nvSpPr>
        <p:spPr>
          <a:xfrm>
            <a:off x="307649" y="290558"/>
            <a:ext cx="11477001" cy="6401486"/>
          </a:xfrm>
          <a:prstGeom prst="rect">
            <a:avLst/>
          </a:prstGeom>
          <a:noFill/>
          <a:ln w="57150">
            <a:solidFill>
              <a:schemeClr val="tx2"/>
            </a:solidFill>
          </a:ln>
        </p:spPr>
        <p:style>
          <a:lnRef idx="3">
            <a:schemeClr val="lt1"/>
          </a:lnRef>
          <a:fillRef idx="1">
            <a:schemeClr val="tx2"/>
          </a:fillRef>
          <a:effectRef idx="1">
            <a:schemeClr val="tx2"/>
          </a:effectRef>
          <a:fontRef idx="minor">
            <a:schemeClr val="lt1"/>
          </a:fontRef>
        </p:style>
        <p:txBody>
          <a:bodyPr rtlCol="0" anchor="ctr"/>
          <a:lstStyle/>
          <a:p>
            <a:pPr algn="ctr"/>
            <a:endParaRPr lang="en-US"/>
          </a:p>
        </p:txBody>
      </p:sp>
      <p:sp>
        <p:nvSpPr>
          <p:cNvPr id="8" name="Rectángulo 7"/>
          <p:cNvSpPr/>
          <p:nvPr userDrawn="1"/>
        </p:nvSpPr>
        <p:spPr>
          <a:xfrm>
            <a:off x="1609457" y="764236"/>
            <a:ext cx="8973084" cy="3666371"/>
          </a:xfrm>
          <a:prstGeom prst="rect">
            <a:avLst/>
          </a:prstGeom>
        </p:spPr>
        <p:style>
          <a:lnRef idx="2">
            <a:schemeClr val="tx1">
              <a:shade val="15000"/>
            </a:schemeClr>
          </a:lnRef>
          <a:fillRef idx="1">
            <a:schemeClr val="tx1"/>
          </a:fillRef>
          <a:effectRef idx="0">
            <a:schemeClr val="tx1"/>
          </a:effectRef>
          <a:fontRef idx="minor">
            <a:schemeClr val="lt1"/>
          </a:fontRef>
        </p:style>
        <p:txBody>
          <a:bodyPr rtlCol="0" anchor="ctr"/>
          <a:lstStyle/>
          <a:p>
            <a:pPr algn="ctr"/>
            <a:endParaRPr lang="en-US"/>
          </a:p>
        </p:txBody>
      </p:sp>
      <p:pic>
        <p:nvPicPr>
          <p:cNvPr id="19" name="Imagen 18" descr="SECQUOIA research group wordmark"/>
          <p:cNvPicPr>
            <a:picLocks noChangeAspect="1"/>
          </p:cNvPicPr>
          <p:nvPr userDrawn="1"/>
        </p:nvPicPr>
        <p:blipFill>
          <a:blip r:embed="rId3"/>
          <a:stretch>
            <a:fillRect/>
          </a:stretch>
        </p:blipFill>
        <p:spPr>
          <a:xfrm>
            <a:off x="1394722" y="6224111"/>
            <a:ext cx="1574802" cy="245611"/>
          </a:xfrm>
          <a:prstGeom prst="rect">
            <a:avLst/>
          </a:prstGeom>
        </p:spPr>
      </p:pic>
      <p:sp>
        <p:nvSpPr>
          <p:cNvPr id="3" name="Title"/>
          <p:cNvSpPr>
            <a:spLocks noGrp="1"/>
          </p:cNvSpPr>
          <p:nvPr>
            <p:ph type="ctrTitle" hasCustomPrompt="1"/>
          </p:nvPr>
        </p:nvSpPr>
        <p:spPr>
          <a:xfrm>
            <a:off x="1984248" y="932688"/>
            <a:ext cx="8595360" cy="1188720"/>
          </a:xfrm>
        </p:spPr>
        <p:txBody>
          <a:bodyPr anchor="ctr">
            <a:normAutofit/>
          </a:bodyPr>
          <a:lstStyle>
            <a:lvl1pPr marL="0" indent="0" algn="ctr">
              <a:buNone/>
              <a:defRPr sz="3200" b="1">
                <a:solidFill>
                  <a:schemeClr val="bg1"/>
                </a:solidFill>
                <a:latin typeface="+mj-lt" panose="02000000000000000000" pitchFamily="2" charset="0"/>
                <a:ea typeface="+mj-lt" panose="02000000000000000000" pitchFamily="2" charset="0"/>
                <a:cs typeface="+mj-lt" panose="02000000000000000000" pitchFamily="2" charset="0"/>
              </a:defRPr>
            </a:lvl1pPr>
            <a:lvl2pPr marL="457200" indent="0" algn="ctr">
              <a:buNone/>
              <a:defRPr sz="3200" b="1"/>
            </a:lvl2pPr>
            <a:lvl3pPr marL="914400" indent="0" algn="ctr">
              <a:buNone/>
              <a:defRPr sz="3200" b="1"/>
            </a:lvl3pPr>
            <a:lvl4pPr marL="1371600" indent="0" algn="ctr">
              <a:buNone/>
              <a:defRPr sz="3200" b="1"/>
            </a:lvl4pPr>
            <a:lvl5pPr marL="1828800" indent="0" algn="ctr">
              <a:buNone/>
              <a:defRPr sz="3200" b="1"/>
            </a:lvl5pPr>
            <a:lvl6pPr marL="2286000" indent="0" algn="ctr">
              <a:buNone/>
              <a:defRPr sz="3200" b="1"/>
            </a:lvl6pPr>
            <a:lvl7pPr marL="2743200" indent="0" algn="ctr">
              <a:buNone/>
              <a:defRPr sz="3200" b="1"/>
            </a:lvl7pPr>
            <a:lvl8pPr marL="3200400" indent="0" algn="ctr">
              <a:buNone/>
              <a:defRPr sz="3200" b="1"/>
            </a:lvl8pPr>
            <a:lvl9pPr marL="3657600" indent="0" algn="ctr">
              <a:buNone/>
              <a:defRPr sz="3200" b="1"/>
            </a:lvl9pPr>
          </a:lstStyle>
          <a:p>
            <a:r>
              <a:rPr lang="en-US" dirty="0"/>
              <a:t>Talk title, repeated</a:t>
            </a:r>
            <a:endParaRPr lang="en-US"/>
          </a:p>
        </p:txBody>
      </p:sp>
      <p:pic>
        <p:nvPicPr>
          <p:cNvPr id="22" name="Imagen 21" descr="QR code linking to the SECQUOIA research group website"/>
          <p:cNvPicPr>
            <a:picLocks noChangeAspect="1"/>
          </p:cNvPicPr>
          <p:nvPr userDrawn="1"/>
        </p:nvPicPr>
        <p:blipFill>
          <a:blip r:embed="rId4"/>
          <a:stretch>
            <a:fillRect/>
          </a:stretch>
        </p:blipFill>
        <p:spPr>
          <a:xfrm>
            <a:off x="9449871" y="3241809"/>
            <a:ext cx="1032971" cy="1006008"/>
          </a:xfrm>
          <a:prstGeom prst="rect">
            <a:avLst/>
          </a:prstGeom>
        </p:spPr>
      </p:pic>
      <p:grpSp>
        <p:nvGrpSpPr>
          <p:cNvPr id="14" name="Grupo 13"/>
          <p:cNvGrpSpPr/>
          <p:nvPr userDrawn="1"/>
        </p:nvGrpSpPr>
        <p:grpSpPr>
          <a:xfrm>
            <a:off x="4998591" y="155946"/>
            <a:ext cx="2194818" cy="498088"/>
            <a:chOff x="4664579" y="137845"/>
            <a:chExt cx="2862841" cy="649688"/>
          </a:xfrm>
        </p:grpSpPr>
        <p:sp>
          <p:nvSpPr>
            <p:cNvPr id="13" name="Rectángulo 12"/>
            <p:cNvSpPr/>
            <p:nvPr userDrawn="1"/>
          </p:nvSpPr>
          <p:spPr>
            <a:xfrm>
              <a:off x="4664579" y="137845"/>
              <a:ext cx="2862841" cy="649688"/>
            </a:xfrm>
            <a:prstGeom prst="rect">
              <a:avLst/>
            </a:prstGeom>
          </p:spPr>
          <p:style>
            <a:lnRef idx="3">
              <a:schemeClr val="lt1"/>
            </a:lnRef>
            <a:fillRef idx="1">
              <a:schemeClr val="bg1"/>
            </a:fillRef>
            <a:effectRef idx="1">
              <a:schemeClr val="bg1"/>
            </a:effectRef>
            <a:fontRef idx="minor">
              <a:schemeClr val="lt1"/>
            </a:fontRef>
          </p:style>
          <p:txBody>
            <a:bodyPr rtlCol="0" anchor="ctr"/>
            <a:lstStyle/>
            <a:p>
              <a:pPr algn="ctr"/>
              <a:endParaRPr lang="en-US"/>
            </a:p>
          </p:txBody>
        </p:sp>
        <p:pic>
          <p:nvPicPr>
            <p:cNvPr id="10" name="Imagen 9" descr="Purdue University logo"/>
            <p:cNvPicPr>
              <a:picLocks noChangeAspect="1"/>
            </p:cNvPicPr>
            <p:nvPr userDrawn="1"/>
          </p:nvPicPr>
          <p:blipFill>
            <a:blip r:embed="rId5"/>
            <a:stretch>
              <a:fillRect/>
            </a:stretch>
          </p:blipFill>
          <p:spPr>
            <a:xfrm>
              <a:off x="4791456" y="182880"/>
              <a:ext cx="2615184" cy="466344"/>
            </a:xfrm>
            <a:prstGeom prst="rect">
              <a:avLst/>
            </a:prstGeom>
          </p:spPr>
        </p:pic>
      </p:grpSp>
      <p:sp>
        <p:nvSpPr>
          <p:cNvPr id="5" name="Presenter Name"/>
          <p:cNvSpPr>
            <a:spLocks noGrp="1"/>
          </p:cNvSpPr>
          <p:nvPr>
            <p:ph type="body" sz="quarter" idx="10" hasCustomPrompt="1"/>
          </p:nvPr>
        </p:nvSpPr>
        <p:spPr>
          <a:xfrm>
            <a:off x="1984248" y="2231136"/>
            <a:ext cx="4709160" cy="411480"/>
          </a:xfrm>
        </p:spPr>
        <p:txBody>
          <a:bodyPr tIns="0" bIns="0">
            <a:normAutofit/>
          </a:bodyPr>
          <a:lstStyle>
            <a:lvl1pPr marL="0" indent="0" algn="l" defTabSz="914400" rtl="0" eaLnBrk="1" latinLnBrk="0" hangingPunct="1">
              <a:lnSpc>
                <a:spcPct val="90000"/>
              </a:lnSpc>
              <a:spcBef>
                <a:spcPts val="1000"/>
              </a:spcBef>
              <a:buFont typeface="Arial" panose="020B0604020202020204" pitchFamily="34" charset="0"/>
              <a:buNone/>
              <a:defRPr lang="en-US" sz="2000" i="0" kern="120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r>
              <a:rPr lang="en-US" dirty="0"/>
              <a:t>Your name</a:t>
            </a:r>
            <a:endParaRPr lang="en-US"/>
          </a:p>
        </p:txBody>
      </p:sp>
      <p:sp>
        <p:nvSpPr>
          <p:cNvPr id="6" name="Contact"/>
          <p:cNvSpPr>
            <a:spLocks noGrp="1"/>
          </p:cNvSpPr>
          <p:nvPr>
            <p:ph type="body" sz="quarter" idx="11" hasCustomPrompt="1"/>
          </p:nvPr>
        </p:nvSpPr>
        <p:spPr>
          <a:xfrm>
            <a:off x="1984248" y="2660904"/>
            <a:ext cx="4709160" cy="1371600"/>
          </a:xfr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lang="en-US" sz="1200" i="0" kern="120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r>
              <a:rPr lang="en-US" dirty="0"/>
              <a:t>Role, chair or professorship</a:t>
            </a:r>
            <a:endParaRPr lang="en-US"/>
          </a:p>
          <a:p>
            <a:r>
              <a:rPr lang="en-US" dirty="0"/>
              <a:t>School, University</a:t>
            </a:r>
            <a:endParaRPr lang="en-US"/>
          </a:p>
        </p:txBody>
      </p:sp>
      <p:sp>
        <p:nvSpPr>
          <p:cNvPr id="7" name="Takeaways Label"/>
          <p:cNvSpPr>
            <a:spLocks noGrp="1"/>
          </p:cNvSpPr>
          <p:nvPr>
            <p:ph type="body" sz="quarter" idx="12" hasCustomPrompt="1"/>
          </p:nvPr>
        </p:nvSpPr>
        <p:spPr>
          <a:xfrm>
            <a:off x="6903720" y="2231136"/>
            <a:ext cx="2423160" cy="274320"/>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200" i="0" kern="120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r>
              <a:rPr lang="en-US" dirty="0"/>
              <a:t>KEY TAKEAWAYS</a:t>
            </a:r>
            <a:endParaRPr lang="en-US"/>
          </a:p>
        </p:txBody>
      </p:sp>
      <p:sp>
        <p:nvSpPr>
          <p:cNvPr id="15" name="Takeaways"/>
          <p:cNvSpPr>
            <a:spLocks noGrp="1"/>
          </p:cNvSpPr>
          <p:nvPr>
            <p:ph type="body" sz="quarter" idx="13" hasCustomPrompt="1"/>
          </p:nvPr>
        </p:nvSpPr>
        <p:spPr>
          <a:xfrm>
            <a:off x="6903720" y="2542032"/>
            <a:ext cx="2423160" cy="1463040"/>
          </a:xfrm>
        </p:spPr>
        <p:txBody>
          <a:bodyPr>
            <a:noAutofit/>
          </a:bodyPr>
          <a:lstStyle>
            <a:lvl1pPr marL="171450" indent="-171450" algn="l" defTabSz="914400" rtl="0" eaLnBrk="1" latinLnBrk="0" hangingPunct="1">
              <a:lnSpc>
                <a:spcPct val="90000"/>
              </a:lnSpc>
              <a:spcBef>
                <a:spcPts val="1000"/>
              </a:spcBef>
              <a:buFont typeface="Arial" panose="020B0604020202020204" pitchFamily="34" charset="0"/>
              <a:buChar char="•"/>
              <a:defRPr lang="en-US" sz="1200" i="0" kern="120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r>
              <a:rPr lang="en-US" dirty="0"/>
              <a:t>Two or three sentences that should survive the Q&amp;A</a:t>
            </a:r>
            <a:endParaRPr lang="en-US"/>
          </a:p>
        </p:txBody>
      </p:sp>
      <p:sp>
        <p:nvSpPr>
          <p:cNvPr id="25" name="Copyright on photo"/>
          <p:cNvSpPr txBox="1">
            <a:spLocks/>
          </p:cNvSpPr>
          <p:nvPr userDrawn="1"/>
        </p:nvSpPr>
        <p:spPr>
          <a:xfrm>
            <a:off x="8695944" y="6355080"/>
            <a:ext cx="2194560" cy="365760"/>
          </a:xfrm>
          <a:prstGeom prst="rect">
            <a:avLst/>
          </a:prstGeom>
          <a:solidFill>
            <a:schemeClr val="tx1"/>
          </a:solidFill>
        </p:spPr>
        <p:txBody>
          <a:bodyPr vert="horz" lIns="91440" tIns="45720" rIns="91440" bIns="45720" rtlCol="0" anchor="ctr"/>
          <a:lstStyle>
            <a:defPPr>
              <a:defRPr lang="en-US"/>
            </a:defPPr>
            <a:lvl1pPr algn="ctr">
              <a:defRPr sz="1200">
                <a:solidFill>
                  <a:schemeClr val="bg1"/>
                </a:solidFill>
              </a:defRPr>
            </a:lvl1pPr>
          </a:lstStyle>
          <a:p>
            <a:r>
              <a:rPr lang="en-US" dirty="0"/>
              <a:t>© David E. Bernal Neira</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Headings">
    <p:spTree>
      <p:nvGrpSpPr>
        <p:cNvPr id="1" name=""/>
        <p:cNvGrpSpPr/>
        <p:nvPr/>
      </p:nvGrpSpPr>
      <p:grpSpPr>
        <a:xfrm>
          <a:off x="0" y="0"/>
          <a:ext cx="0" cy="0"/>
          <a:chOff x="0" y="0"/>
          <a:chExt cx="0" cy="0"/>
        </a:xfrm>
      </p:grpSpPr>
      <p:sp>
        <p:nvSpPr>
          <p:cNvPr id="15" name="Title"/>
          <p:cNvSpPr>
            <a:spLocks noGrp="1"/>
          </p:cNvSpPr>
          <p:nvPr>
            <p:ph type="title" hasCustomPrompt="1"/>
          </p:nvPr>
        </p:nvSpPr>
        <p:spPr>
          <a:xfrm>
            <a:off x="365760" y="640080"/>
            <a:ext cx="10789920" cy="987552"/>
          </a:xfrm>
        </p:spPr>
        <p:txBody>
          <a:bodyPr bIns="0" anchor="t">
            <a:normAutofit/>
          </a:bodyPr>
          <a:lstStyle>
            <a:lvl1pPr>
              <a:defRPr sz="3000" b="1">
                <a:solidFill>
                  <a:schemeClr val="tx1"/>
                </a:solidFill>
              </a:defRPr>
            </a:lvl1pPr>
          </a:lstStyle>
          <a:p>
            <a:r>
              <a:rPr lang="en-US"/>
              <a:t>Write the takeaway as a full sentence</a:t>
            </a:r>
          </a:p>
        </p:txBody>
      </p:sp>
      <p:sp>
        <p:nvSpPr>
          <p:cNvPr id="705" name="Kicker"/>
          <p:cNvSpPr>
            <a:spLocks noGrp="1"/>
          </p:cNvSpPr>
          <p:nvPr>
            <p:ph type="body" sz="quarter" idx="14" hasCustomPrompt="1"/>
          </p:nvPr>
        </p:nvSpPr>
        <p:spPr>
          <a:xfrm>
            <a:off x="365760" y="365760"/>
            <a:ext cx="10789920" cy="256032"/>
          </a:xfrm>
        </p:spPr>
        <p:txBody>
          <a:bodyPr anchor="b">
            <a:normAutofit/>
          </a:bodyPr>
          <a:lstStyle>
            <a:lvl1pPr marL="0" indent="0" algn="l">
              <a:buNone/>
              <a:defRPr sz="1200" b="1" i="0" cap="all" spc="220">
                <a:solidFill>
                  <a:schemeClr val="accent1"/>
                </a:solidFill>
              </a:defRPr>
            </a:lvl1pPr>
          </a:lstStyle>
          <a:p>
            <a:r>
              <a:rPr lang="en-US" dirty="0"/>
              <a:t>Section · scope · timeframe, not the takeaway</a:t>
            </a:r>
          </a:p>
        </p:txBody>
      </p:sp>
      <p:sp>
        <p:nvSpPr>
          <p:cNvPr id="3" name="Content Left"/>
          <p:cNvSpPr>
            <a:spLocks noGrp="1"/>
          </p:cNvSpPr>
          <p:nvPr>
            <p:ph sz="half" idx="1"/>
          </p:nvPr>
        </p:nvSpPr>
        <p:spPr>
          <a:xfrm>
            <a:off x="365760" y="2212848"/>
            <a:ext cx="5591556" cy="3547872"/>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Right"/>
          <p:cNvSpPr>
            <a:spLocks noGrp="1"/>
          </p:cNvSpPr>
          <p:nvPr>
            <p:ph sz="half" idx="2"/>
          </p:nvPr>
        </p:nvSpPr>
        <p:spPr>
          <a:xfrm>
            <a:off x="6231636" y="2212848"/>
            <a:ext cx="5591556" cy="3547872"/>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01" name="Heading Left"/>
          <p:cNvSpPr>
            <a:spLocks noGrp="1"/>
          </p:cNvSpPr>
          <p:nvPr>
            <p:ph type="body" sz="quarter" idx="3" hasCustomPrompt="1"/>
          </p:nvPr>
        </p:nvSpPr>
        <p:spPr>
          <a:xfrm>
            <a:off x="365760" y="1719072"/>
            <a:ext cx="5591556" cy="329184"/>
          </a:xfrm>
        </p:spPr>
        <p:txBody>
          <a:bodyPr anchor="b">
            <a:normAutofit/>
          </a:bodyPr>
          <a:lstStyle>
            <a:lvl1pPr marL="0" indent="0" algn="l">
              <a:buNone/>
              <a:defRPr sz="1400" b="1" spc="60">
                <a:solidFill>
                  <a:schemeClr val="accent1"/>
                </a:solidFill>
              </a:defRPr>
            </a:lvl1pPr>
          </a:lstStyle>
          <a:p>
            <a:r>
              <a:rPr lang="en-US" dirty="0"/>
              <a:t>Column heading</a:t>
            </a:r>
            <a:endParaRPr lang="en-US"/>
          </a:p>
        </p:txBody>
      </p:sp>
      <p:sp>
        <p:nvSpPr>
          <p:cNvPr id="703" name="Heading Right"/>
          <p:cNvSpPr>
            <a:spLocks noGrp="1"/>
          </p:cNvSpPr>
          <p:nvPr>
            <p:ph type="body" sz="quarter" idx="4" hasCustomPrompt="1"/>
          </p:nvPr>
        </p:nvSpPr>
        <p:spPr>
          <a:xfrm>
            <a:off x="6231636" y="1719072"/>
            <a:ext cx="5591556" cy="329184"/>
          </a:xfrm>
        </p:spPr>
        <p:txBody>
          <a:bodyPr anchor="b">
            <a:normAutofit/>
          </a:bodyPr>
          <a:lstStyle>
            <a:lvl1pPr marL="0" indent="0" algn="l">
              <a:buNone/>
              <a:defRPr sz="1400" b="1" spc="60">
                <a:solidFill>
                  <a:schemeClr val="accent1"/>
                </a:solidFill>
              </a:defRPr>
            </a:lvl1pPr>
          </a:lstStyle>
          <a:p>
            <a:r>
              <a:rPr lang="en-US" dirty="0"/>
              <a:t>Column heading</a:t>
            </a:r>
            <a:endParaRPr lang="en-US"/>
          </a:p>
        </p:txBody>
      </p:sp>
      <p:sp>
        <p:nvSpPr>
          <p:cNvPr id="17" name="References"/>
          <p:cNvSpPr>
            <a:spLocks noGrp="1"/>
          </p:cNvSpPr>
          <p:nvPr>
            <p:ph type="body" sz="quarter" idx="13" hasCustomPrompt="1"/>
          </p:nvPr>
        </p:nvSpPr>
        <p:spPr>
          <a:xfrm>
            <a:off x="365760" y="5989320"/>
            <a:ext cx="11457432" cy="310896"/>
          </a:xfrm>
        </p:spPr>
        <p:txBody>
          <a:bodyPr anchor="b">
            <a:spAutoFit/>
          </a:bodyPr>
          <a:lstStyle>
            <a:lvl1pPr marL="152400" indent="-152400" algn="l">
              <a:lnSpc>
                <a:spcPct val="100000"/>
              </a:lnSpc>
              <a:spcBef>
                <a:spcPts val="0"/>
              </a:spcBef>
              <a:buFont typeface="Arial" panose="020B0604020202020204" pitchFamily="34" charset="0"/>
              <a:buAutoNum type="arabicPeriod"/>
              <a:defRPr sz="900" b="0" i="0">
                <a:solidFill>
                  <a:schemeClr val="tx1">
                    <a:lumMod val="65000"/>
                    <a:lumOff val="35000"/>
                  </a:schemeClr>
                </a:solidFill>
              </a:defRPr>
            </a:lvl1pPr>
          </a:lstStyle>
          <a:p>
            <a:r>
              <a:rPr lang="en-US" dirty="0"/>
              <a:t>References</a:t>
            </a:r>
          </a:p>
        </p:txBody>
      </p:sp>
      <p:sp>
        <p:nvSpPr>
          <p:cNvPr id="11"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fld id="{CD9E0369-E596-4CC2-B716-DB4FAF33A982}" type="datetime4">
              <a:rPr lang="en-US" smtClean="0"/>
              <a:t>October 26, 2026</a:t>
            </a:fld>
            <a:endParaRPr lang="en-US"/>
          </a:p>
        </p:txBody>
      </p:sp>
      <p:sp>
        <p:nvSpPr>
          <p:cNvPr id="12"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pPr algn="ctr"/>
            <a:endParaRPr lang="en-US"/>
          </a:p>
        </p:txBody>
      </p:sp>
      <p:sp>
        <p:nvSpPr>
          <p:cNvPr id="16"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a:t>
            </a:fld>
            <a:endParaRPr lang="en-US"/>
          </a:p>
        </p:txBody>
      </p:sp>
      <p:sp>
        <p:nvSpPr>
          <p:cNvPr id="702" name="Heading rule"/>
          <p:cNvSpPr/>
          <p:nvPr userDrawn="1"/>
        </p:nvSpPr>
        <p:spPr>
          <a:xfrm>
            <a:off x="365760" y="2084832"/>
            <a:ext cx="5591556" cy="12802"/>
          </a:xfrm>
          <a:prstGeom prst="rect">
            <a:avLst/>
          </a:prstGeom>
          <a:solidFill>
            <a:schemeClr val="accent1"/>
          </a:solidFill>
          <a:ln>
            <a:noFill/>
          </a:ln>
        </p:spPr>
        <p:txBody>
          <a:bodyPr/>
          <a:lstStyle/>
          <a:p>
            <a:endParaRPr lang="en-US"/>
          </a:p>
        </p:txBody>
      </p:sp>
      <p:sp>
        <p:nvSpPr>
          <p:cNvPr id="704" name="Heading rule"/>
          <p:cNvSpPr/>
          <p:nvPr userDrawn="1"/>
        </p:nvSpPr>
        <p:spPr>
          <a:xfrm>
            <a:off x="6231636" y="2084832"/>
            <a:ext cx="5591556" cy="12802"/>
          </a:xfrm>
          <a:prstGeom prst="rect">
            <a:avLst/>
          </a:prstGeom>
          <a:solidFill>
            <a:schemeClr val="accent1"/>
          </a:solidFill>
          <a:ln>
            <a:noFill/>
          </a:ln>
        </p:spPr>
        <p:txBody>
          <a:bodyPr/>
          <a:lstStyle/>
          <a:p>
            <a:endParaRPr lang="en-US"/>
          </a:p>
        </p:txBody>
      </p:sp>
      <p:pic>
        <p:nvPicPr>
          <p:cNvPr id="13" name="Imagen 12" descr="Purdue University logo"/>
          <p:cNvPicPr>
            <a:picLocks noChangeAspect="1"/>
          </p:cNvPicPr>
          <p:nvPr userDrawn="1"/>
        </p:nvPicPr>
        <p:blipFill>
          <a:blip r:embed="rId2"/>
          <a:stretch>
            <a:fillRect/>
          </a:stretch>
        </p:blipFill>
        <p:spPr>
          <a:xfrm>
            <a:off x="365760" y="6355080"/>
            <a:ext cx="1728216" cy="310896"/>
          </a:xfrm>
          <a:prstGeom prst="rect">
            <a:avLst/>
          </a:prstGeom>
        </p:spPr>
      </p:pic>
      <p:pic>
        <p:nvPicPr>
          <p:cNvPr id="14" name="Imagen 13" descr="SECQUOIA research group mark"/>
          <p:cNvPicPr>
            <a:picLocks noChangeAspect="1"/>
          </p:cNvPicPr>
          <p:nvPr userDrawn="1"/>
        </p:nvPicPr>
        <p:blipFill>
          <a:blip r:embed="rId3"/>
          <a:stretch>
            <a:fillRect/>
          </a:stretch>
        </p:blipFill>
        <p:spPr>
          <a:xfrm>
            <a:off x="11338560" y="365760"/>
            <a:ext cx="484632" cy="58521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ECQUOIA">
    <p:bg>
      <p:bgPr>
        <a:solidFill>
          <a:schemeClr val="bg1"/>
        </a:solid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182880" y="182880"/>
            <a:ext cx="11574218" cy="914400"/>
          </a:xfrm>
          <a:prstGeom prst="rect">
            <a:avLst/>
          </a:prstGeom>
        </p:spPr>
        <p:txBody>
          <a:bodyPr vert="horz" lIns="91440" tIns="45720" rIns="91440" bIns="45720" rtlCol="0" anchor="ctr">
            <a:normAutofit/>
          </a:bodyPr>
          <a:lstStyle/>
          <a:p>
            <a:r>
              <a:rPr lang="en-US"/>
              <a:t>CLICK HERE TO MODIFY</a:t>
            </a:r>
          </a:p>
        </p:txBody>
      </p:sp>
      <p:sp>
        <p:nvSpPr>
          <p:cNvPr id="3" name="Marcador de texto 2"/>
          <p:cNvSpPr>
            <a:spLocks noGrp="1"/>
          </p:cNvSpPr>
          <p:nvPr>
            <p:ph type="body" idx="1"/>
          </p:nvPr>
        </p:nvSpPr>
        <p:spPr>
          <a:xfrm>
            <a:off x="182880" y="1097280"/>
            <a:ext cx="11710457" cy="5079683"/>
          </a:xfrm>
          <a:prstGeom prst="rect">
            <a:avLst/>
          </a:prstGeom>
        </p:spPr>
        <p:txBody>
          <a:bodyPr vert="horz" lIns="91440" tIns="45720" rIns="91440" bIns="45720" rtlCol="0">
            <a:normAutofit/>
          </a:bodyPr>
          <a:lstStyle/>
          <a:p>
            <a:pPr lvl="0"/>
            <a:r>
              <a:rPr lang="en-US" err="1"/>
              <a:t>Click</a:t>
            </a:r>
            <a:r>
              <a:rPr lang="en-US"/>
              <a:t> </a:t>
            </a:r>
            <a:r>
              <a:rPr lang="en-US" err="1"/>
              <a:t>here</a:t>
            </a:r>
            <a:r>
              <a:rPr lang="en-US"/>
              <a:t> </a:t>
            </a:r>
            <a:r>
              <a:rPr lang="en-US" err="1"/>
              <a:t>to</a:t>
            </a:r>
            <a:r>
              <a:rPr lang="en-US"/>
              <a:t> </a:t>
            </a:r>
            <a:r>
              <a:rPr lang="en-US" err="1"/>
              <a:t>modify</a:t>
            </a:r>
            <a:endParaRPr lang="en-US"/>
          </a:p>
          <a:p>
            <a:pPr lvl="1"/>
            <a:r>
              <a:rPr lang="en-US" err="1"/>
              <a:t>Second</a:t>
            </a:r>
            <a:r>
              <a:rPr lang="en-US"/>
              <a:t> </a:t>
            </a:r>
            <a:r>
              <a:rPr lang="en-US" err="1"/>
              <a:t>level</a:t>
            </a:r>
            <a:endParaRPr lang="en-US"/>
          </a:p>
          <a:p>
            <a:pPr lvl="2"/>
            <a:r>
              <a:rPr lang="en-US" err="1"/>
              <a:t>Third</a:t>
            </a:r>
            <a:r>
              <a:rPr lang="en-US"/>
              <a:t> </a:t>
            </a:r>
            <a:r>
              <a:rPr lang="en-US" err="1"/>
              <a:t>level</a:t>
            </a:r>
            <a:endParaRPr lang="en-US"/>
          </a:p>
          <a:p>
            <a:pPr lvl="3"/>
            <a:r>
              <a:rPr lang="en-US" err="1"/>
              <a:t>Fourth</a:t>
            </a:r>
            <a:r>
              <a:rPr lang="en-US"/>
              <a:t> </a:t>
            </a:r>
            <a:r>
              <a:rPr lang="en-US" err="1"/>
              <a:t>level</a:t>
            </a:r>
            <a:endParaRPr lang="en-US"/>
          </a:p>
          <a:p>
            <a:pPr lvl="4"/>
            <a:r>
              <a:rPr lang="en-US" err="1"/>
              <a:t>Fifth</a:t>
            </a:r>
            <a:r>
              <a:rPr lang="en-US"/>
              <a:t> </a:t>
            </a:r>
            <a:r>
              <a:rPr lang="en-US" err="1"/>
              <a:t>Level</a:t>
            </a:r>
            <a:endParaRPr lang="en-US"/>
          </a:p>
        </p:txBody>
      </p:sp>
      <p:pic>
        <p:nvPicPr>
          <p:cNvPr id="7" name="Imagen 6" descr="Purdue University logo"/>
          <p:cNvPicPr>
            <a:picLocks noChangeAspect="1"/>
          </p:cNvPicPr>
          <p:nvPr userDrawn="1"/>
        </p:nvPicPr>
        <p:blipFill>
          <a:blip r:embed="rId19"/>
          <a:stretch>
            <a:fillRect/>
          </a:stretch>
        </p:blipFill>
        <p:spPr>
          <a:xfrm>
            <a:off x="365760" y="6355080"/>
            <a:ext cx="1728216" cy="310896"/>
          </a:xfrm>
          <a:prstGeom prst="rect">
            <a:avLst/>
          </a:prstGeom>
        </p:spPr>
      </p:pic>
      <p:sp>
        <p:nvSpPr>
          <p:cNvPr id="8" name="Título 1"/>
          <p:cNvSpPr txBox="1">
            <a:spLocks/>
          </p:cNvSpPr>
          <p:nvPr userDrawn="1"/>
        </p:nvSpPr>
        <p:spPr>
          <a:xfrm>
            <a:off x="8695944" y="6355080"/>
            <a:ext cx="2194560" cy="365760"/>
          </a:xfrm>
          <a:prstGeom prst="rect">
            <a:avLst/>
          </a:prstGeom>
        </p:spPr>
        <p:txBody>
          <a:bodyPr vert="horz" lIns="91440" tIns="45720" rIns="91440" bIns="45720" rtlCol="0" anchor="ctr"/>
          <a:lstStyle>
            <a:defPPr>
              <a:defRPr lang="en-US"/>
            </a:defPPr>
            <a:lvl1pPr algn="ctr">
              <a:defRPr sz="1200">
                <a:solidFill>
                  <a:schemeClr val="tx1">
                    <a:tint val="85000"/>
                  </a:schemeClr>
                </a:solidFill>
              </a:defRPr>
            </a:lvl1pPr>
          </a:lstStyle>
          <a:p>
            <a:r>
              <a:rPr lang="en-US" dirty="0"/>
              <a:t>© David E. Bernal Neira</a:t>
            </a:r>
          </a:p>
        </p:txBody>
      </p:sp>
      <p:sp>
        <p:nvSpPr>
          <p:cNvPr id="9" name="Date"/>
          <p:cNvSpPr>
            <a:spLocks noGrp="1"/>
          </p:cNvSpPr>
          <p:nvPr>
            <p:ph type="dt" sz="half" idx="2"/>
          </p:nvPr>
        </p:nvSpPr>
        <p:spPr>
          <a:xfrm>
            <a:off x="2560320" y="6356350"/>
            <a:ext cx="1097280" cy="365125"/>
          </a:xfrm>
          <a:prstGeom prst="rect">
            <a:avLst/>
          </a:prstGeom>
        </p:spPr>
        <p:txBody>
          <a:bodyPr anchor="ctr"/>
          <a:lstStyle>
            <a:lvl1pPr>
              <a:defRPr lang="en-US" sz="1200" kern="1200" smtClean="0">
                <a:solidFill>
                  <a:schemeClr val="tx1">
                    <a:tint val="85000"/>
                  </a:schemeClr>
                </a:solidFill>
                <a:latin typeface="Roboto" panose="02000000000000000000" pitchFamily="2" charset="0"/>
                <a:ea typeface="Roboto" panose="02000000000000000000" pitchFamily="2" charset="0"/>
                <a:cs typeface="Roboto" panose="02000000000000000000" pitchFamily="2" charset="0"/>
              </a:defRPr>
            </a:lvl1pPr>
          </a:lstStyle>
          <a:p>
            <a:fld id="{8D464806-4B4A-4BB7-BCE6-98E87EB69E2D}" type="datetime4">
              <a:rPr lang="en-US" smtClean="0"/>
              <a:t>October 26, 2026</a:t>
            </a:fld>
            <a:endParaRPr lang="en-US"/>
          </a:p>
        </p:txBody>
      </p:sp>
      <p:sp>
        <p:nvSpPr>
          <p:cNvPr id="10" name="Footer"/>
          <p:cNvSpPr>
            <a:spLocks noGrp="1"/>
          </p:cNvSpPr>
          <p:nvPr>
            <p:ph type="ftr" sz="quarter" idx="3"/>
          </p:nvPr>
        </p:nvSpPr>
        <p:spPr>
          <a:xfrm>
            <a:off x="4212286" y="6356350"/>
            <a:ext cx="3767397" cy="365125"/>
          </a:xfrm>
          <a:prstGeom prst="rect">
            <a:avLst/>
          </a:prstGeom>
        </p:spPr>
        <p:txBody>
          <a:bodyPr vert="horz" lIns="91440" tIns="45720" rIns="91440" bIns="45720" rtlCol="0" anchor="ctr"/>
          <a:lstStyle>
            <a:lvl1pPr>
              <a:defRPr lang="en-US" sz="1200" dirty="0">
                <a:solidFill>
                  <a:schemeClr val="tx1">
                    <a:tint val="85000"/>
                  </a:schemeClr>
                </a:solidFill>
                <a:latin typeface="Roboto" panose="02000000000000000000" pitchFamily="2" charset="0"/>
                <a:ea typeface="Roboto" panose="02000000000000000000" pitchFamily="2" charset="0"/>
                <a:cs typeface="Roboto" panose="02000000000000000000" pitchFamily="2" charset="0"/>
              </a:defRPr>
            </a:lvl1pPr>
          </a:lstStyle>
          <a:p>
            <a:pPr algn="ctr"/>
            <a:endParaRPr lang="en-US"/>
          </a:p>
        </p:txBody>
      </p:sp>
      <p:sp>
        <p:nvSpPr>
          <p:cNvPr id="11" name="Slide Number"/>
          <p:cNvSpPr>
            <a:spLocks noGrp="1"/>
          </p:cNvSpPr>
          <p:nvPr>
            <p:ph type="sldNum" sz="quarter" idx="4"/>
          </p:nvPr>
        </p:nvSpPr>
        <p:spPr>
          <a:xfrm>
            <a:off x="10630968" y="6356350"/>
            <a:ext cx="722831" cy="365125"/>
          </a:xfrm>
          <a:prstGeom prst="rect">
            <a:avLst/>
          </a:prstGeom>
        </p:spPr>
        <p:txBody>
          <a:bodyPr anchor="ctr"/>
          <a:lstStyle>
            <a:lvl1pPr algn="r">
              <a:defRPr lang="en-US" sz="1200" kern="1200" smtClean="0">
                <a:solidFill>
                  <a:schemeClr val="tx1">
                    <a:tint val="85000"/>
                  </a:schemeClr>
                </a:solidFill>
                <a:latin typeface="Roboto" panose="02000000000000000000" pitchFamily="2" charset="0"/>
                <a:ea typeface="Roboto" panose="02000000000000000000" pitchFamily="2" charset="0"/>
                <a:cs typeface="Roboto" panose="02000000000000000000" pitchFamily="2" charset="0"/>
              </a:defRPr>
            </a:lvl1pPr>
          </a:lstStyle>
          <a:p>
            <a:fld id="{A41831D9-926B-4302-A6F7-54B31F00B9E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8" r:id="rId6"/>
    <p:sldLayoutId id="2147483659" r:id="rId7"/>
    <p:sldLayoutId id="2147483657" r:id="rId8"/>
    <p:sldLayoutId id="2147483656" r:id="rId9"/>
    <p:sldLayoutId id="2147483660" r:id="rId10"/>
    <p:sldLayoutId id="2147483661" r:id="rId11"/>
    <p:sldLayoutId id="2147483654" r:id="rId12"/>
    <p:sldLayoutId id="2147483655" r:id="rId13"/>
    <p:sldLayoutId id="2147483662" r:id="rId14"/>
    <p:sldLayoutId id="2147483663" r:id="rId15"/>
    <p:sldLayoutId id="2147483664" r:id="rId16"/>
    <p:sldLayoutId id="2147483665" r:id="rId17"/>
  </p:sldLayoutIdLst>
  <p:hf hdr="0"/>
  <p:txStyles>
    <p:titleStyle>
      <a:lvl1pPr algn="l" defTabSz="914400" rtl="0" eaLnBrk="1" latinLnBrk="0" hangingPunct="1">
        <a:lnSpc>
          <a:spcPct val="90000"/>
        </a:lnSpc>
        <a:spcBef>
          <a:spcPct val="0"/>
        </a:spcBef>
        <a:buNone/>
        <a:defRPr sz="3000" b="1" kern="1200" baseline="0">
          <a:solidFill>
            <a:schemeClr val="tx1"/>
          </a:solidFill>
          <a:latin typeface="+mj-lt" panose="02000000000000000000" pitchFamily="2" charset="0"/>
          <a:ea typeface="+mj-lt" panose="02000000000000000000" pitchFamily="2" charset="0"/>
          <a:cs typeface="+mj-lt"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a:spLocks noGrp="1"/>
          </p:cNvSpPr>
          <p:nvPr>
            <p:ph type="title"/>
          </p:nvPr>
        </p:nvSpPr>
        <p:spPr>
          <a:xfrm>
            <a:off x="365760" y="325445"/>
            <a:ext cx="10789920" cy="987552"/>
          </a:xfrm>
        </p:spPr>
        <p:txBody>
          <a:bodyPr/>
          <a:lstStyle/>
          <a:p>
            <a:r>
              <a:rPr lang="en-US" dirty="0"/>
              <a:t>Implementing Quantum Approximate Optimization Algorithm</a:t>
            </a:r>
            <a:endParaRPr dirty="0"/>
          </a:p>
        </p:txBody>
      </p:sp>
      <p:sp>
        <p:nvSpPr>
          <p:cNvPr id="6"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r>
              <a:rPr lang="en-US" dirty="0"/>
              <a:t>25 October 2026</a:t>
            </a:r>
          </a:p>
        </p:txBody>
      </p:sp>
      <p:sp>
        <p:nvSpPr>
          <p:cNvPr id="7"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r>
              <a:rPr lang="en-US" dirty="0"/>
              <a:t>Network interdiction | CQT project update</a:t>
            </a:r>
          </a:p>
        </p:txBody>
      </p:sp>
      <p:sp>
        <p:nvSpPr>
          <p:cNvPr id="8"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1</a:t>
            </a:fld>
            <a:endParaRPr lang="en-US"/>
          </a:p>
        </p:txBody>
      </p:sp>
      <p:sp>
        <p:nvSpPr>
          <p:cNvPr id="5" name="References"/>
          <p:cNvSpPr>
            <a:spLocks noGrp="1"/>
          </p:cNvSpPr>
          <p:nvPr>
            <p:ph type="body" sz="quarter" idx="13"/>
          </p:nvPr>
        </p:nvSpPr>
        <p:spPr>
          <a:xfrm>
            <a:off x="365760" y="6069384"/>
            <a:ext cx="11457432" cy="230832"/>
          </a:xfrm>
        </p:spPr>
        <p:txBody>
          <a:bodyPr/>
          <a:lstStyle/>
          <a:p>
            <a:endParaRPr dirty="0"/>
          </a:p>
        </p:txBody>
      </p:sp>
      <p:sp>
        <p:nvSpPr>
          <p:cNvPr id="14" name="Problem"/>
          <p:cNvSpPr txBox="1"/>
          <p:nvPr/>
        </p:nvSpPr>
        <p:spPr>
          <a:xfrm>
            <a:off x="365760" y="1014984"/>
            <a:ext cx="11457432" cy="292608"/>
          </a:xfrm>
          <a:prstGeom prst="rect">
            <a:avLst/>
          </a:prstGeom>
          <a:noFill/>
        </p:spPr>
        <p:txBody>
          <a:bodyPr wrap="square" lIns="0" tIns="0" rIns="0" bIns="0" anchor="t">
            <a:spAutoFit/>
          </a:bodyPr>
          <a:lstStyle/>
          <a:p>
            <a:pPr marL="0" indent="0" algn="l">
              <a:lnSpc>
                <a:spcPct val="105000"/>
              </a:lnSpc>
              <a:spcAft>
                <a:spcPts val="0"/>
              </a:spcAft>
              <a:buNone/>
            </a:pPr>
            <a:r>
              <a:rPr lang="en-US" sz="1800" b="0" i="0" dirty="0">
                <a:solidFill>
                  <a:schemeClr val="tx1"/>
                </a:solidFill>
              </a:rPr>
              <a:t>Remove links under a fixed budget to minimize the flow that remains.</a:t>
            </a:r>
          </a:p>
        </p:txBody>
      </p:sp>
      <p:sp>
        <p:nvSpPr>
          <p:cNvPr id="15" name="Problem-size panel label"/>
          <p:cNvSpPr txBox="1"/>
          <p:nvPr/>
        </p:nvSpPr>
        <p:spPr>
          <a:xfrm>
            <a:off x="365760" y="1417320"/>
            <a:ext cx="5591556" cy="246888"/>
          </a:xfrm>
          <a:prstGeom prst="rect">
            <a:avLst/>
          </a:prstGeom>
          <a:noFill/>
        </p:spPr>
        <p:txBody>
          <a:bodyPr wrap="square" lIns="0" tIns="0" rIns="0" bIns="0" anchor="t">
            <a:spAutoFit/>
          </a:bodyPr>
          <a:lstStyle/>
          <a:p>
            <a:pPr marL="0" indent="0" algn="l">
              <a:lnSpc>
                <a:spcPct val="105000"/>
              </a:lnSpc>
              <a:spcAft>
                <a:spcPts val="0"/>
              </a:spcAft>
              <a:buNone/>
            </a:pPr>
            <a:r>
              <a:rPr lang="en-US" sz="1600" b="1" i="0" dirty="0">
                <a:solidFill>
                  <a:schemeClr val="tx1"/>
                </a:solidFill>
              </a:rPr>
              <a:t>Problem sizes and device limits</a:t>
            </a:r>
          </a:p>
        </p:txBody>
      </p:sp>
      <p:sp>
        <p:nvSpPr>
          <p:cNvPr id="9" name="Sampling panel label"/>
          <p:cNvSpPr txBox="1"/>
          <p:nvPr/>
        </p:nvSpPr>
        <p:spPr>
          <a:xfrm>
            <a:off x="6231636" y="1417320"/>
            <a:ext cx="5591556" cy="246888"/>
          </a:xfrm>
          <a:prstGeom prst="rect">
            <a:avLst/>
          </a:prstGeom>
          <a:noFill/>
        </p:spPr>
        <p:txBody>
          <a:bodyPr wrap="square" lIns="0" tIns="0" rIns="0" bIns="0" anchor="t">
            <a:spAutoFit/>
          </a:bodyPr>
          <a:lstStyle/>
          <a:p>
            <a:pPr marL="0" indent="0" algn="l">
              <a:lnSpc>
                <a:spcPct val="105000"/>
              </a:lnSpc>
              <a:spcAft>
                <a:spcPts val="0"/>
              </a:spcAft>
              <a:buNone/>
            </a:pPr>
            <a:r>
              <a:rPr lang="en-US" sz="1600" b="1" i="0" dirty="0">
                <a:solidFill>
                  <a:schemeClr val="tx1"/>
                </a:solidFill>
              </a:rPr>
              <a:t>Expected best cut after N measurements</a:t>
            </a:r>
          </a:p>
        </p:txBody>
      </p:sp>
      <p:pic>
        <p:nvPicPr>
          <p:cNvPr id="16" name="Problem-size motivation" descr="QUBO qubits versus network arcs. Full large-network QUBOs exceed the 156-qubit device size; hollow markers show the largest fitted pieces. The 125-node planar network has no split fitting 155 qubits. The statevector limit used here is 24 qubits. Lines indicate variable-count limits, not routing feasibility."/>
          <p:cNvPicPr>
            <a:picLocks noChangeAspect="1"/>
          </p:cNvPicPr>
          <p:nvPr/>
        </p:nvPicPr>
        <p:blipFill>
          <a:blip r:embed="rId3"/>
          <a:stretch>
            <a:fillRect/>
          </a:stretch>
        </p:blipFill>
        <p:spPr>
          <a:xfrm>
            <a:off x="365760" y="1767481"/>
            <a:ext cx="5591556" cy="3807669"/>
          </a:xfrm>
          <a:prstGeom prst="rect">
            <a:avLst/>
          </a:prstGeom>
        </p:spPr>
      </p:pic>
      <p:pic>
        <p:nvPicPr>
          <p:cNvPr id="11" name="Sampling evidence" descr="Mean expected best original-flow gap versus independent measurements on six tiny cases. Curves show uniform guessing and QAOA depths one, two and three, with plus or minus one SEM across cases. Predictions come from exact statevectors; over-budget plans score as empty and no repair is used."/>
          <p:cNvPicPr>
            <a:picLocks noChangeAspect="1"/>
          </p:cNvPicPr>
          <p:nvPr/>
        </p:nvPicPr>
        <p:blipFill>
          <a:blip r:embed="rId4"/>
          <a:stretch>
            <a:fillRect/>
          </a:stretch>
        </p:blipFill>
        <p:spPr>
          <a:xfrm>
            <a:off x="6231636" y="1738308"/>
            <a:ext cx="5591556" cy="3491112"/>
          </a:xfrm>
          <a:prstGeom prst="rect">
            <a:avLst/>
          </a:prstGeom>
        </p:spPr>
      </p:pic>
      <p:sp>
        <p:nvSpPr>
          <p:cNvPr id="13" name="Sampling result"/>
          <p:cNvSpPr txBox="1"/>
          <p:nvPr/>
        </p:nvSpPr>
        <p:spPr>
          <a:xfrm>
            <a:off x="6231636" y="5340096"/>
            <a:ext cx="5591556" cy="493776"/>
          </a:xfrm>
          <a:prstGeom prst="rect">
            <a:avLst/>
          </a:prstGeom>
          <a:noFill/>
        </p:spPr>
        <p:txBody>
          <a:bodyPr wrap="square" lIns="0" tIns="0" rIns="0" bIns="0" anchor="t">
            <a:spAutoFit/>
          </a:bodyPr>
          <a:lstStyle/>
          <a:p>
            <a:pPr marL="0" indent="0" algn="l">
              <a:lnSpc>
                <a:spcPct val="105000"/>
              </a:lnSpc>
              <a:spcAft>
                <a:spcPts val="0"/>
              </a:spcAft>
              <a:buNone/>
            </a:pPr>
            <a:r>
              <a:rPr lang="en-US" sz="1250" b="0" i="0" dirty="0">
                <a:solidFill>
                  <a:schemeClr val="tx1"/>
                </a:solidFill>
              </a:rPr>
              <a:t>10 measurements: 9% gap (depth 2), 49% (random).</a:t>
            </a:r>
          </a:p>
          <a:p>
            <a:pPr marL="0" indent="0" algn="l">
              <a:lnSpc>
                <a:spcPct val="105000"/>
              </a:lnSpc>
              <a:spcAft>
                <a:spcPts val="0"/>
              </a:spcAft>
              <a:buNone/>
            </a:pPr>
            <a:r>
              <a:rPr lang="en-US" sz="1250" b="0" i="0" dirty="0">
                <a:solidFill>
                  <a:schemeClr val="tx1"/>
                </a:solidFill>
              </a:rPr>
              <a:t>Statevector prediction; 6 tiny cases; mean ± SEM.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a:spLocks noGrp="1"/>
          </p:cNvSpPr>
          <p:nvPr>
            <p:ph type="title"/>
          </p:nvPr>
        </p:nvSpPr>
        <p:spPr>
          <a:xfrm>
            <a:off x="365760" y="345107"/>
            <a:ext cx="10789920" cy="987552"/>
          </a:xfrm>
        </p:spPr>
        <p:txBody>
          <a:bodyPr/>
          <a:lstStyle/>
          <a:p>
            <a:r>
              <a:rPr lang="en-US" dirty="0"/>
              <a:t>Decomposition-Based Refinement</a:t>
            </a:r>
            <a:endParaRPr dirty="0"/>
          </a:p>
        </p:txBody>
      </p:sp>
      <p:sp>
        <p:nvSpPr>
          <p:cNvPr id="6"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r>
              <a:rPr lang="en-US" dirty="0"/>
              <a:t>25 October 2026</a:t>
            </a:r>
          </a:p>
        </p:txBody>
      </p:sp>
      <p:sp>
        <p:nvSpPr>
          <p:cNvPr id="7"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r>
              <a:rPr lang="en-US" dirty="0"/>
              <a:t>Network interdiction | CQT project update</a:t>
            </a:r>
          </a:p>
        </p:txBody>
      </p:sp>
      <p:sp>
        <p:nvSpPr>
          <p:cNvPr id="8"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2</a:t>
            </a:fld>
            <a:endParaRPr lang="en-US"/>
          </a:p>
        </p:txBody>
      </p:sp>
      <p:sp>
        <p:nvSpPr>
          <p:cNvPr id="10" name="Method"/>
          <p:cNvSpPr txBox="1"/>
          <p:nvPr/>
        </p:nvSpPr>
        <p:spPr>
          <a:xfrm>
            <a:off x="365760" y="978408"/>
            <a:ext cx="11457432" cy="292608"/>
          </a:xfrm>
          <a:prstGeom prst="rect">
            <a:avLst/>
          </a:prstGeom>
          <a:noFill/>
        </p:spPr>
        <p:txBody>
          <a:bodyPr wrap="square" lIns="0" tIns="0" rIns="0" bIns="0" anchor="t">
            <a:spAutoFit/>
          </a:bodyPr>
          <a:lstStyle/>
          <a:p>
            <a:pPr marL="0" indent="0" algn="l">
              <a:lnSpc>
                <a:spcPct val="105000"/>
              </a:lnSpc>
              <a:spcAft>
                <a:spcPts val="0"/>
              </a:spcAft>
              <a:buNone/>
            </a:pPr>
            <a:r>
              <a:rPr lang="en-US" sz="1600" b="0" i="0" dirty="0">
                <a:solidFill>
                  <a:schemeClr val="tx1"/>
                </a:solidFill>
              </a:rPr>
              <a:t>Validate penalties → partition → allocate budget → solve pieces → refine cuts</a:t>
            </a:r>
          </a:p>
        </p:txBody>
      </p:sp>
      <p:pic>
        <p:nvPicPr>
          <p:cNvPr id="11" name="Decomposition evidence" descr="Original-flow gaps on 27 planar, Erdős–Rényi and k-NN cases. Four-piece and at-most-155-qubit decompositions use exact Gurobi piece solves. Each point is a case; black bars are medians. The y-axis uses symlog. Whole-graph greedy is the reference."/>
          <p:cNvPicPr>
            <a:picLocks noChangeAspect="1"/>
          </p:cNvPicPr>
          <p:nvPr/>
        </p:nvPicPr>
        <p:blipFill>
          <a:blip r:embed="rId3"/>
          <a:stretch>
            <a:fillRect/>
          </a:stretch>
        </p:blipFill>
        <p:spPr>
          <a:xfrm>
            <a:off x="941095" y="1344168"/>
            <a:ext cx="10306762" cy="4297680"/>
          </a:xfrm>
          <a:prstGeom prst="rect">
            <a:avLst/>
          </a:prstGeom>
        </p:spPr>
      </p:pic>
      <p:sp>
        <p:nvSpPr>
          <p:cNvPr id="12" name="Decomposition result"/>
          <p:cNvSpPr txBox="1"/>
          <p:nvPr/>
        </p:nvSpPr>
        <p:spPr>
          <a:xfrm>
            <a:off x="365760" y="5568696"/>
            <a:ext cx="11457432" cy="310896"/>
          </a:xfrm>
          <a:prstGeom prst="rect">
            <a:avLst/>
          </a:prstGeom>
          <a:noFill/>
        </p:spPr>
        <p:txBody>
          <a:bodyPr wrap="square" lIns="0" tIns="0" rIns="0" bIns="0" anchor="t">
            <a:spAutoFit/>
          </a:bodyPr>
          <a:lstStyle/>
          <a:p>
            <a:pPr marL="0" indent="0" algn="l">
              <a:lnSpc>
                <a:spcPct val="105000"/>
              </a:lnSpc>
              <a:spcAft>
                <a:spcPts val="0"/>
              </a:spcAft>
              <a:buNone/>
            </a:pPr>
            <a:r>
              <a:rPr lang="en-US" sz="1600" b="1" i="0" dirty="0">
                <a:solidFill>
                  <a:schemeClr val="tx1"/>
                </a:solidFill>
              </a:rPr>
              <a:t>Four pieces + refinement: optimal in 21/27 cases. Device-sized pieces: 22% median gap with the best split rule.</a:t>
            </a:r>
          </a:p>
        </p:txBody>
      </p:sp>
      <p:sp>
        <p:nvSpPr>
          <p:cNvPr id="13" name="Classical reference"/>
          <p:cNvSpPr txBox="1"/>
          <p:nvPr/>
        </p:nvSpPr>
        <p:spPr>
          <a:xfrm>
            <a:off x="1978250" y="5879592"/>
            <a:ext cx="11457432" cy="219456"/>
          </a:xfrm>
          <a:prstGeom prst="rect">
            <a:avLst/>
          </a:prstGeom>
          <a:noFill/>
        </p:spPr>
        <p:txBody>
          <a:bodyPr wrap="square" lIns="0" tIns="0" rIns="0" bIns="0" anchor="t">
            <a:spAutoFit/>
          </a:bodyPr>
          <a:lstStyle/>
          <a:p>
            <a:pPr marL="0" indent="0" algn="l">
              <a:lnSpc>
                <a:spcPct val="105000"/>
              </a:lnSpc>
              <a:spcAft>
                <a:spcPts val="0"/>
              </a:spcAft>
              <a:buNone/>
            </a:pPr>
            <a:r>
              <a:rPr lang="en-US" sz="1200" b="0" i="0" dirty="0">
                <a:solidFill>
                  <a:schemeClr val="tx1"/>
                </a:solidFill>
              </a:rPr>
              <a:t>27 cases, 50–125 nodes; exact piece solves. Gurobi solves all quickly; SA + repair never beats greedy.</a:t>
            </a:r>
          </a:p>
        </p:txBody>
      </p:sp>
      <p:sp>
        <p:nvSpPr>
          <p:cNvPr id="14" name="Text Placeholder 13">
            <a:extLst>
              <a:ext uri="{FF2B5EF4-FFF2-40B4-BE49-F238E27FC236}">
                <a16:creationId xmlns:a16="http://schemas.microsoft.com/office/drawing/2014/main" id="{DF758B3F-1090-D453-1862-390BC7F299DA}"/>
              </a:ext>
            </a:extLst>
          </p:cNvPr>
          <p:cNvSpPr>
            <a:spLocks noGrp="1"/>
          </p:cNvSpPr>
          <p:nvPr>
            <p:ph type="body" sz="quarter" idx="13"/>
          </p:nvPr>
        </p:nvSpPr>
        <p:spPr>
          <a:xfrm>
            <a:off x="365760" y="6044184"/>
            <a:ext cx="11457432" cy="310896"/>
          </a:xfrm>
        </p:spPr>
        <p:txBody>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a:spLocks noGrp="1"/>
          </p:cNvSpPr>
          <p:nvPr>
            <p:ph type="title"/>
          </p:nvPr>
        </p:nvSpPr>
        <p:spPr>
          <a:xfrm>
            <a:off x="365760" y="325445"/>
            <a:ext cx="10789920" cy="987552"/>
          </a:xfrm>
        </p:spPr>
        <p:txBody>
          <a:bodyPr/>
          <a:lstStyle/>
          <a:p>
            <a:r>
              <a:rPr lang="en-US" dirty="0"/>
              <a:t>Parameter Setting Strategies</a:t>
            </a:r>
            <a:endParaRPr dirty="0"/>
          </a:p>
        </p:txBody>
      </p:sp>
      <p:sp>
        <p:nvSpPr>
          <p:cNvPr id="6" name="Date"/>
          <p:cNvSpPr>
            <a:spLocks noGrp="1"/>
          </p:cNvSpPr>
          <p:nvPr>
            <p:ph type="dt" sz="half" idx="10"/>
          </p:nvPr>
        </p:nvSpPr>
        <p:spPr>
          <a:xfrm>
            <a:off x="2286000" y="6355080"/>
            <a:ext cx="2432304" cy="365760"/>
          </a:xfrm>
          <a:prstGeom prst="rect">
            <a:avLst/>
          </a:prstGeom>
        </p:spPr>
        <p:txBody>
          <a:bodyPr/>
          <a:lstStyle>
            <a:lvl1pPr>
              <a:defRPr lang="en-US" sz="1200" kern="1200" smtClean="0">
                <a:solidFill>
                  <a:schemeClr val="tx1">
                    <a:tint val="85000"/>
                  </a:schemeClr>
                </a:solidFill>
                <a:latin typeface="+mn-lt"/>
                <a:ea typeface="+mn-ea"/>
                <a:cs typeface="+mn-cs"/>
              </a:defRPr>
            </a:lvl1pPr>
          </a:lstStyle>
          <a:p>
            <a:r>
              <a:rPr lang="en-US" dirty="0"/>
              <a:t>25 October 2026</a:t>
            </a:r>
          </a:p>
        </p:txBody>
      </p:sp>
      <p:sp>
        <p:nvSpPr>
          <p:cNvPr id="7" name="Footer"/>
          <p:cNvSpPr>
            <a:spLocks noGrp="1"/>
          </p:cNvSpPr>
          <p:nvPr>
            <p:ph type="ftr" sz="quarter" idx="11"/>
          </p:nvPr>
        </p:nvSpPr>
        <p:spPr>
          <a:xfrm>
            <a:off x="4244325" y="6355080"/>
            <a:ext cx="3703320" cy="365760"/>
          </a:xfrm>
          <a:prstGeom prst="rect">
            <a:avLst/>
          </a:prstGeom>
        </p:spPr>
        <p:txBody>
          <a:bodyPr vert="horz" lIns="91440" tIns="45720" rIns="91440" bIns="45720" rtlCol="0" anchor="ctr">
            <a:normAutofit/>
          </a:bodyPr>
          <a:lstStyle>
            <a:lvl1pPr>
              <a:defRPr lang="en-US" sz="1200" dirty="0">
                <a:solidFill>
                  <a:schemeClr val="tx1">
                    <a:tint val="85000"/>
                  </a:schemeClr>
                </a:solidFill>
              </a:defRPr>
            </a:lvl1pPr>
          </a:lstStyle>
          <a:p>
            <a:r>
              <a:rPr lang="en-US" dirty="0"/>
              <a:t>Network interdiction | CQT project update</a:t>
            </a:r>
          </a:p>
        </p:txBody>
      </p:sp>
      <p:sp>
        <p:nvSpPr>
          <p:cNvPr id="8" name="Slide Number"/>
          <p:cNvSpPr>
            <a:spLocks noGrp="1"/>
          </p:cNvSpPr>
          <p:nvPr>
            <p:ph type="sldNum" sz="quarter" idx="12"/>
          </p:nvPr>
        </p:nvSpPr>
        <p:spPr>
          <a:xfrm>
            <a:off x="11100816" y="6355080"/>
            <a:ext cx="722376" cy="365760"/>
          </a:xfrm>
          <a:prstGeom prst="rect">
            <a:avLst/>
          </a:prstGeom>
        </p:spPr>
        <p:txBody>
          <a:bodyPr/>
          <a:lstStyle>
            <a:lvl1pPr algn="r">
              <a:defRPr lang="en-US" sz="1200" kern="1200" smtClean="0">
                <a:solidFill>
                  <a:schemeClr val="tx1">
                    <a:tint val="85000"/>
                  </a:schemeClr>
                </a:solidFill>
                <a:latin typeface="+mn-lt"/>
                <a:ea typeface="+mn-ea"/>
                <a:cs typeface="+mn-cs"/>
              </a:defRPr>
            </a:lvl1pPr>
          </a:lstStyle>
          <a:p>
            <a:fld id="{A41831D9-926B-4302-A6F7-54B31F00B9E1}" type="slidenum">
              <a:rPr lang="en-US" smtClean="0"/>
              <a:pPr/>
              <a:t>3</a:t>
            </a:fld>
            <a:endParaRPr lang="en-US"/>
          </a:p>
        </p:txBody>
      </p:sp>
      <p:pic>
        <p:nvPicPr>
          <p:cNvPr id="12" name="Transfer evidence" descr="Exact notebook transfer figure, with QAOA depths one and two. Each panel has the same seven methods and starts. Stacked bars show mean outcome probabilities; dots show optimal probability for each graph."/>
          <p:cNvPicPr>
            <a:picLocks noChangeAspect="1"/>
          </p:cNvPicPr>
          <p:nvPr/>
        </p:nvPicPr>
        <p:blipFill>
          <a:blip r:embed="rId3"/>
          <a:stretch>
            <a:fillRect/>
          </a:stretch>
        </p:blipFill>
        <p:spPr>
          <a:xfrm>
            <a:off x="396784" y="1143000"/>
            <a:ext cx="11395385" cy="4434840"/>
          </a:xfrm>
          <a:prstGeom prst="rect">
            <a:avLst/>
          </a:prstGeom>
        </p:spPr>
      </p:pic>
      <p:sp>
        <p:nvSpPr>
          <p:cNvPr id="14" name="Transfer result"/>
          <p:cNvSpPr txBox="1"/>
          <p:nvPr/>
        </p:nvSpPr>
        <p:spPr>
          <a:xfrm>
            <a:off x="3376840" y="5577840"/>
            <a:ext cx="5435272" cy="393569"/>
          </a:xfrm>
          <a:prstGeom prst="rect">
            <a:avLst/>
          </a:prstGeom>
          <a:noFill/>
        </p:spPr>
        <p:txBody>
          <a:bodyPr wrap="square" lIns="0" tIns="0" rIns="0" bIns="0" anchor="t">
            <a:spAutoFit/>
          </a:bodyPr>
          <a:lstStyle/>
          <a:p>
            <a:pPr marL="0" indent="0" algn="l">
              <a:lnSpc>
                <a:spcPct val="105000"/>
              </a:lnSpc>
              <a:spcAft>
                <a:spcPts val="0"/>
              </a:spcAft>
              <a:buNone/>
            </a:pPr>
            <a:r>
              <a:rPr lang="en-US" sz="1250" b="0" i="0" dirty="0">
                <a:solidFill>
                  <a:schemeClr val="tx1"/>
                </a:solidFill>
              </a:rPr>
              <a:t>Fixed, nearest, GAT and trained angles give similar outcomes.</a:t>
            </a:r>
          </a:p>
          <a:p>
            <a:pPr marL="0" indent="0" algn="l">
              <a:lnSpc>
                <a:spcPct val="105000"/>
              </a:lnSpc>
              <a:spcAft>
                <a:spcPts val="0"/>
              </a:spcAft>
              <a:buNone/>
            </a:pPr>
            <a:r>
              <a:rPr lang="en-US" sz="1250" b="0" i="0" dirty="0">
                <a:solidFill>
                  <a:schemeClr val="tx1"/>
                </a:solidFill>
              </a:rPr>
              <a:t>At p = 2, RWS assigns 66% probability to the empty plan.</a:t>
            </a:r>
          </a:p>
        </p:txBody>
      </p:sp>
      <p:sp>
        <p:nvSpPr>
          <p:cNvPr id="5" name="References"/>
          <p:cNvSpPr>
            <a:spLocks noGrp="1"/>
          </p:cNvSpPr>
          <p:nvPr>
            <p:ph type="body" sz="quarter" idx="13"/>
          </p:nvPr>
        </p:nvSpPr>
        <p:spPr>
          <a:xfrm>
            <a:off x="365760" y="6069384"/>
            <a:ext cx="11457432" cy="230832"/>
          </a:xfrm>
        </p:spPr>
        <p:txBody>
          <a:bodyPr/>
          <a:lstStyle/>
          <a:p>
            <a:endParaRPr dirty="0"/>
          </a:p>
        </p:txBody>
      </p:sp>
    </p:spTree>
  </p:cSld>
  <p:clrMapOvr>
    <a:masterClrMapping/>
  </p:clrMapOvr>
</p:sld>
</file>

<file path=ppt/theme/theme1.xml><?xml version="1.0" encoding="utf-8"?>
<a:theme xmlns:a="http://schemas.openxmlformats.org/drawingml/2006/main" name="SECQUOIA">
  <a:themeElements>
    <a:clrScheme name="SECQUOIA">
      <a:dk1>
        <a:srgbClr val="1A1A1A"/>
      </a:dk1>
      <a:lt1>
        <a:sysClr val="window" lastClr="FFFFFF"/>
      </a:lt1>
      <a:dk2>
        <a:srgbClr val="CFB991"/>
      </a:dk2>
      <a:lt2>
        <a:srgbClr val="F4F2ED"/>
      </a:lt2>
      <a:accent1>
        <a:srgbClr val="8E6F3E"/>
      </a:accent1>
      <a:accent2>
        <a:srgbClr val="000000"/>
      </a:accent2>
      <a:accent3>
        <a:srgbClr val="56B4E9"/>
      </a:accent3>
      <a:accent4>
        <a:srgbClr val="3B4CC0"/>
      </a:accent4>
      <a:accent5>
        <a:srgbClr val="E69F00"/>
      </a:accent5>
      <a:accent6>
        <a:srgbClr val="7A1F3D"/>
      </a:accent6>
      <a:hlink>
        <a:srgbClr val="3B4CC0"/>
      </a:hlink>
      <a:folHlink>
        <a:srgbClr val="7A1F3D"/>
      </a:folHlink>
    </a:clrScheme>
    <a:fontScheme name="SECQUOIA (Roboto)">
      <a:majorFont>
        <a:latin typeface="Roboto"/>
        <a:ea typeface=""/>
        <a:cs typeface=""/>
      </a:majorFont>
      <a:minorFont>
        <a:latin typeface="Roboto"/>
        <a:ea typeface=""/>
        <a:cs typeface=""/>
      </a:minorFont>
    </a:fontScheme>
    <a:fmtScheme name="SECQUOIA">
      <a:fillStyleLst>
        <a:solidFill>
          <a:schemeClr val="phClr"/>
        </a:solidFill>
        <a:solidFill>
          <a:schemeClr val="phClr">
            <a:tint val="60000"/>
          </a:schemeClr>
        </a:solidFill>
        <a:solidFill>
          <a:schemeClr val="phClr">
            <a:shade val="80000"/>
          </a:scheme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solidFill>
          <a:schemeClr val="phClr">
            <a:shade val="90000"/>
          </a:schemeClr>
        </a:solidFill>
      </a:bgFillStyleLst>
    </a:fmtScheme>
  </a:themeElements>
  <a:objectDefaults>
    <a:spDef>
      <a:spPr/>
      <a:bodyPr rtlCol="0" anchor="ctr"/>
      <a:lstStyle>
        <a:lvl1pPr algn="ctr">
          <a:defRPr sz="1600"/>
        </a:lvl1pPr>
      </a:lstStyle>
      <a:style>
        <a:lnRef idx="0">
          <a:schemeClr val="accent1"/>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0">
          <a:schemeClr val="accent1"/>
        </a:effectRef>
        <a:fontRef idx="minor">
          <a:schemeClr val="tx1"/>
        </a:fontRef>
      </a:style>
    </a:lnDef>
    <a:txDef>
      <a:spPr>
        <a:noFill/>
        <a:ln>
          <a:noFill/>
        </a:ln>
      </a:spPr>
      <a:bodyPr wrap="square" rtlCol="0">
        <a:spAutoFit/>
      </a:bodyPr>
      <a:lstStyle>
        <a:lvl1pPr marL="0" indent="0" algn="l">
          <a:buNone/>
          <a:defRPr sz="1800">
            <a:solidFill>
              <a:schemeClr val="tx1"/>
            </a:solidFill>
          </a:defRPr>
        </a:lvl1pPr>
      </a:lstStyle>
      <a:style>
        <a:lnRef idx="0">
          <a:schemeClr val="tx1"/>
        </a:lnRef>
        <a:fillRef idx="0">
          <a:schemeClr val="tx1"/>
        </a:fillRef>
        <a:effectRef idx="0">
          <a:schemeClr val="tx1"/>
        </a:effectRef>
        <a:fontRef idx="minor">
          <a:schemeClr val="tx1"/>
        </a:fontRef>
      </a:style>
    </a:txDef>
  </a:objectDefaults>
  <a:extraClrSchemeLst/>
  <a:extLst>
    <a:ext uri="{05A4C25C-085E-4340-85A3-A5531E510DB2}">
      <thm15:themeFamily xmlns:thm15="http://schemas.microsoft.com/office/thememl/2012/main" name="SECQUOIA Template" id="{95611520-7C1E-4280-9B4C-CDF7D02BDBEB}" vid="{5B55C811-A710-4EAE-92C1-F862CDDB12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4315</TotalTime>
  <Words>175</Words>
  <Application>Microsoft Office PowerPoint</Application>
  <PresentationFormat>Widescreen</PresentationFormat>
  <Paragraphs>22</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Roboto</vt:lpstr>
      <vt:lpstr>Arial</vt:lpstr>
      <vt:lpstr>Aptos</vt:lpstr>
      <vt:lpstr>SECQUOIA</vt:lpstr>
      <vt:lpstr>Implementing Quantum Approximate Optimization Algorithm</vt:lpstr>
      <vt:lpstr>Decomposition-Based Refinement</vt:lpstr>
      <vt:lpstr>Parameter Setting Strategies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interdiction — CQT project update</dc:title>
  <dc:subject>Decomposition and QAOA: methods, results and limits</dc:subject>
  <dc:creator>Anurag Ramesh, David E. Bernal Neira, Alex Pothen</dc:creator>
  <cp:keywords>SECQUOIA</cp:keywords>
  <cp:lastModifiedBy>Anurag Ramesh</cp:lastModifiedBy>
  <cp:revision>9</cp:revision>
  <dcterms:created xsi:type="dcterms:W3CDTF">2026-01-09T19:49:24Z</dcterms:created>
  <dcterms:modified xsi:type="dcterms:W3CDTF">2026-10-26T17:35:07Z</dcterms:modified>
  <cp:category>SECQUOIA</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7606f69-b0ae-4874-be30-7d43a3c7be10_Enabled">
    <vt:lpwstr>true</vt:lpwstr>
  </property>
  <property fmtid="{D5CDD505-2E9C-101B-9397-08002B2CF9AE}" pid="3" name="MSIP_Label_f7606f69-b0ae-4874-be30-7d43a3c7be10_SetDate">
    <vt:lpwstr>2025-07-17T21:06:17Z</vt:lpwstr>
  </property>
  <property fmtid="{D5CDD505-2E9C-101B-9397-08002B2CF9AE}" pid="4" name="MSIP_Label_f7606f69-b0ae-4874-be30-7d43a3c7be10_Method">
    <vt:lpwstr>Standard</vt:lpwstr>
  </property>
  <property fmtid="{D5CDD505-2E9C-101B-9397-08002B2CF9AE}" pid="5" name="MSIP_Label_f7606f69-b0ae-4874-be30-7d43a3c7be10_Name">
    <vt:lpwstr>defa4170-0d19-0005-0001-bc88714345d2</vt:lpwstr>
  </property>
  <property fmtid="{D5CDD505-2E9C-101B-9397-08002B2CF9AE}" pid="6" name="MSIP_Label_f7606f69-b0ae-4874-be30-7d43a3c7be10_SiteId">
    <vt:lpwstr>4130bd39-7c53-419c-b1e5-8758d6d63f21</vt:lpwstr>
  </property>
  <property fmtid="{D5CDD505-2E9C-101B-9397-08002B2CF9AE}" pid="7" name="MSIP_Label_f7606f69-b0ae-4874-be30-7d43a3c7be10_ActionId">
    <vt:lpwstr>5edc3d4b-ea49-414e-8507-478fba951c7c</vt:lpwstr>
  </property>
  <property fmtid="{D5CDD505-2E9C-101B-9397-08002B2CF9AE}" pid="8" name="MSIP_Label_f7606f69-b0ae-4874-be30-7d43a3c7be10_ContentBits">
    <vt:lpwstr>0</vt:lpwstr>
  </property>
  <property fmtid="{D5CDD505-2E9C-101B-9397-08002B2CF9AE}" pid="9" name="MSIP_Label_f7606f69-b0ae-4874-be30-7d43a3c7be10_Tag">
    <vt:lpwstr>10, 3, 0, 1</vt:lpwstr>
  </property>
  <property fmtid="{D5CDD505-2E9C-101B-9397-08002B2CF9AE}" pid="10" name="SECQUOIA Template Version">
    <vt:lpwstr>5.19</vt:lpwstr>
  </property>
  <property fmtid="{D5CDD505-2E9C-101B-9397-08002B2CF9AE}" pid="11" name="SECQUOIA Template Date">
    <vt:lpwstr>2026-10-11</vt:lpwstr>
  </property>
</Properties>
</file>